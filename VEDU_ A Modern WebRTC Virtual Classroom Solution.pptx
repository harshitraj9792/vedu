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3" r:id="rId1"/>
    <p:sldMasterId id="2147483666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9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7199313"/>
  <p:notesSz cx="6858000" cy="12192000"/>
  <p:embeddedFontLst>
    <p:embeddedFont>
      <p:font typeface="Hedvig Letters Sans" panose="020B0604020202020204" charset="0"/>
      <p:regular r:id="rId16"/>
    </p:embeddedFon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A93"/>
    <a:srgbClr val="E0B45C"/>
    <a:srgbClr val="13354E"/>
    <a:srgbClr val="152D40"/>
    <a:srgbClr val="616161"/>
    <a:srgbClr val="423B2C"/>
    <a:srgbClr val="2B3138"/>
    <a:srgbClr val="23272C"/>
    <a:srgbClr val="736A58"/>
    <a:srgbClr val="695C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32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78222"/>
            <a:ext cx="9144000" cy="250642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81306"/>
            <a:ext cx="9144000" cy="17381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30345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0498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94830"/>
            <a:ext cx="10515600" cy="29947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17875"/>
            <a:ext cx="10515600" cy="15748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3230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16484"/>
            <a:ext cx="5181600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16484"/>
            <a:ext cx="5181600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4697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3297"/>
            <a:ext cx="10515600" cy="1391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64832"/>
            <a:ext cx="5157787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29749"/>
            <a:ext cx="5157787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64832"/>
            <a:ext cx="5183188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29749"/>
            <a:ext cx="5183188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6566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0417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0499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36569"/>
            <a:ext cx="6172200" cy="511617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941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36569"/>
            <a:ext cx="6172200" cy="511617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0743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5914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3297"/>
            <a:ext cx="2628900" cy="610108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3297"/>
            <a:ext cx="7734300" cy="610108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96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824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78222"/>
            <a:ext cx="9144000" cy="250642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81306"/>
            <a:ext cx="9144000" cy="17381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1686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7360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94830"/>
            <a:ext cx="10515600" cy="29947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17875"/>
            <a:ext cx="10515600" cy="15748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1648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16484"/>
            <a:ext cx="5181600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16484"/>
            <a:ext cx="5181600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5896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3297"/>
            <a:ext cx="10515600" cy="1391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64832"/>
            <a:ext cx="5157787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29749"/>
            <a:ext cx="5157787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64832"/>
            <a:ext cx="5183188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29749"/>
            <a:ext cx="5183188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74622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25074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8307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36569"/>
            <a:ext cx="6172200" cy="511617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92355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36569"/>
            <a:ext cx="6172200" cy="511617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81695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23183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3297"/>
            <a:ext cx="2628900" cy="610108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3297"/>
            <a:ext cx="7734300" cy="610108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19508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59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3297"/>
            <a:ext cx="10515600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16484"/>
            <a:ext cx="10515600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672697"/>
            <a:ext cx="41148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05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3297"/>
            <a:ext cx="10515600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16484"/>
            <a:ext cx="10515600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672697"/>
            <a:ext cx="41148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24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5bef16b20b96443bdbd8e052bfe560ff0b2a438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11" r="111"/>
          <a:stretch/>
        </p:blipFill>
        <p:spPr>
          <a:xfrm>
            <a:off x="0" y="170656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1"/>
            <a:ext cx="12192000" cy="719931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5C6A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424146"/>
            <a:ext cx="1855470" cy="388620"/>
          </a:xfrm>
          <a:custGeom>
            <a:avLst/>
            <a:gdLst/>
            <a:ahLst/>
            <a:cxnLst/>
            <a:rect l="l" t="t" r="r" b="b"/>
            <a:pathLst>
              <a:path w="1855470" h="388620">
                <a:moveTo>
                  <a:pt x="76201" y="0"/>
                </a:moveTo>
                <a:lnTo>
                  <a:pt x="1779269" y="0"/>
                </a:lnTo>
                <a:cubicBezTo>
                  <a:pt x="1821354" y="0"/>
                  <a:pt x="1855470" y="34116"/>
                  <a:pt x="1855470" y="76201"/>
                </a:cubicBezTo>
                <a:lnTo>
                  <a:pt x="1855470" y="312419"/>
                </a:lnTo>
                <a:cubicBezTo>
                  <a:pt x="1855470" y="354504"/>
                  <a:pt x="1821354" y="388620"/>
                  <a:pt x="17792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 w="10160">
            <a:solidFill>
              <a:srgbClr val="E0B45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1" y="1534636"/>
            <a:ext cx="162294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YEAR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97576"/>
            <a:ext cx="21717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VEDU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283426"/>
            <a:ext cx="7334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7D8A9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 Modern WebRTC Virtual Classroom Solution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969226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312126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Real-time Virtual Education Platform leveraging Java Spring Boot, WebRTC, and equipped with some function of LMS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5529" y="5559901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36935" y="0"/>
                  <a:pt x="32147" y="4789"/>
                  <a:pt x="32147" y="10716"/>
                </a:cubicBezTo>
                <a:lnTo>
                  <a:pt x="32147" y="21431"/>
                </a:ln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lnTo>
                  <a:pt x="0" y="58936"/>
                </a:lnTo>
                <a:lnTo>
                  <a:pt x="150019" y="58936"/>
                </a:ln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17872" y="21431"/>
                </a:lnTo>
                <a:lnTo>
                  <a:pt x="117872" y="10716"/>
                </a:lnTo>
                <a:cubicBezTo>
                  <a:pt x="117872" y="4789"/>
                  <a:pt x="113083" y="0"/>
                  <a:pt x="107156" y="0"/>
                </a:cubicBezTo>
                <a:cubicBezTo>
                  <a:pt x="101229" y="0"/>
                  <a:pt x="96441" y="4789"/>
                  <a:pt x="96441" y="10716"/>
                </a:cubicBezTo>
                <a:lnTo>
                  <a:pt x="96441" y="21431"/>
                </a:lnTo>
                <a:lnTo>
                  <a:pt x="53578" y="21431"/>
                </a:lnTo>
                <a:lnTo>
                  <a:pt x="53578" y="10716"/>
                </a:lnTo>
                <a:cubicBezTo>
                  <a:pt x="53578" y="4789"/>
                  <a:pt x="48790" y="0"/>
                  <a:pt x="42863" y="0"/>
                </a:cubicBezTo>
                <a:close/>
                <a:moveTo>
                  <a:pt x="0" y="75009"/>
                </a:move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75009"/>
                </a:lnTo>
                <a:lnTo>
                  <a:pt x="0" y="7500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1" name="Text 8"/>
          <p:cNvSpPr/>
          <p:nvPr/>
        </p:nvSpPr>
        <p:spPr>
          <a:xfrm>
            <a:off x="709614" y="5512276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418511" y="555990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1049" y="6764"/>
                </a:moveTo>
                <a:cubicBezTo>
                  <a:pt x="87768" y="4889"/>
                  <a:pt x="83716" y="4889"/>
                  <a:pt x="80401" y="6764"/>
                </a:cubicBezTo>
                <a:lnTo>
                  <a:pt x="5391" y="49627"/>
                </a:lnTo>
                <a:cubicBezTo>
                  <a:pt x="1172" y="52038"/>
                  <a:pt x="-904" y="56994"/>
                  <a:pt x="335" y="61682"/>
                </a:cubicBezTo>
                <a:cubicBezTo>
                  <a:pt x="1574" y="66370"/>
                  <a:pt x="5860" y="69652"/>
                  <a:pt x="10716" y="69652"/>
                </a:cubicBezTo>
                <a:lnTo>
                  <a:pt x="21431" y="69652"/>
                </a:lnTo>
                <a:lnTo>
                  <a:pt x="21431" y="139303"/>
                </a:lnTo>
                <a:lnTo>
                  <a:pt x="21431" y="139303"/>
                </a:lnTo>
                <a:lnTo>
                  <a:pt x="4286" y="152162"/>
                </a:lnTo>
                <a:cubicBezTo>
                  <a:pt x="1574" y="154171"/>
                  <a:pt x="0" y="157352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7352"/>
                  <a:pt x="169876" y="154171"/>
                  <a:pt x="167164" y="152162"/>
                </a:cubicBezTo>
                <a:lnTo>
                  <a:pt x="150019" y="139303"/>
                </a:lnTo>
                <a:lnTo>
                  <a:pt x="150019" y="69652"/>
                </a:lnTo>
                <a:lnTo>
                  <a:pt x="160734" y="69652"/>
                </a:lnTo>
                <a:cubicBezTo>
                  <a:pt x="165590" y="69652"/>
                  <a:pt x="169843" y="66370"/>
                  <a:pt x="171082" y="61682"/>
                </a:cubicBezTo>
                <a:cubicBezTo>
                  <a:pt x="172321" y="56994"/>
                  <a:pt x="170244" y="52038"/>
                  <a:pt x="166025" y="49627"/>
                </a:cubicBezTo>
                <a:lnTo>
                  <a:pt x="91016" y="6764"/>
                </a:lnTo>
                <a:close/>
                <a:moveTo>
                  <a:pt x="133945" y="69652"/>
                </a:moveTo>
                <a:lnTo>
                  <a:pt x="133945" y="139303"/>
                </a:lnTo>
                <a:lnTo>
                  <a:pt x="112514" y="139303"/>
                </a:lnTo>
                <a:lnTo>
                  <a:pt x="112514" y="69652"/>
                </a:lnTo>
                <a:lnTo>
                  <a:pt x="133945" y="69652"/>
                </a:lnTo>
                <a:close/>
                <a:moveTo>
                  <a:pt x="96441" y="69652"/>
                </a:moveTo>
                <a:lnTo>
                  <a:pt x="96441" y="139303"/>
                </a:lnTo>
                <a:lnTo>
                  <a:pt x="75009" y="139303"/>
                </a:lnTo>
                <a:lnTo>
                  <a:pt x="75009" y="69652"/>
                </a:lnTo>
                <a:lnTo>
                  <a:pt x="96441" y="69652"/>
                </a:lnTo>
                <a:close/>
                <a:moveTo>
                  <a:pt x="58936" y="69652"/>
                </a:moveTo>
                <a:lnTo>
                  <a:pt x="58936" y="139303"/>
                </a:lnTo>
                <a:lnTo>
                  <a:pt x="37505" y="139303"/>
                </a:lnTo>
                <a:lnTo>
                  <a:pt x="37505" y="69652"/>
                </a:lnTo>
                <a:lnTo>
                  <a:pt x="58936" y="69652"/>
                </a:lnTo>
                <a:close/>
                <a:moveTo>
                  <a:pt x="85725" y="32147"/>
                </a:moveTo>
                <a:cubicBezTo>
                  <a:pt x="91639" y="32147"/>
                  <a:pt x="96441" y="36948"/>
                  <a:pt x="96441" y="42863"/>
                </a:cubicBezTo>
                <a:cubicBezTo>
                  <a:pt x="96441" y="48777"/>
                  <a:pt x="91639" y="53578"/>
                  <a:pt x="85725" y="53578"/>
                </a:cubicBezTo>
                <a:cubicBezTo>
                  <a:pt x="79811" y="53578"/>
                  <a:pt x="75009" y="48777"/>
                  <a:pt x="75009" y="42863"/>
                </a:cubicBezTo>
                <a:cubicBezTo>
                  <a:pt x="75009" y="36948"/>
                  <a:pt x="79811" y="32147"/>
                  <a:pt x="85725" y="32147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3" name="Text 10"/>
          <p:cNvSpPr/>
          <p:nvPr/>
        </p:nvSpPr>
        <p:spPr>
          <a:xfrm>
            <a:off x="1723311" y="5512276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3"/>
                </a:solidFill>
                <a:latin typeface="Quattrocento Sans" pitchFamily="34" charset="0"/>
              </a:rPr>
              <a:t>Cimage College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0A6083-FBD7-3C9F-F6E7-CE10BCCDD17C}"/>
              </a:ext>
            </a:extLst>
          </p:cNvPr>
          <p:cNvSpPr txBox="1"/>
          <p:nvPr/>
        </p:nvSpPr>
        <p:spPr>
          <a:xfrm>
            <a:off x="9347200" y="5128737"/>
            <a:ext cx="2773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Quattrocento Sans" panose="020B0502050000020003" pitchFamily="34" charset="0"/>
              </a:rPr>
              <a:t>By: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Quattrocento Sans" panose="020B0502050000020003" pitchFamily="34" charset="0"/>
              </a:rPr>
              <a:t>Harshit Raj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Quattrocento Sans" panose="020B0502050000020003" pitchFamily="34" charset="0"/>
              </a:rPr>
              <a:t>Batch: b1 ,Roll no: B10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Quattrocento Sans" panose="020B0502050000020003" pitchFamily="34" charset="0"/>
              </a:rPr>
              <a:t>College Id: 444-9792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Quattrocento Sans" panose="020B0502050000020003" pitchFamily="34" charset="0"/>
              </a:rPr>
              <a:t>University Roll:</a:t>
            </a: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Quattrocento Sans" panose="020B0502050000020003" pitchFamily="34" charset="0"/>
              </a:rPr>
              <a:t>2444440080033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689" y="492345"/>
            <a:ext cx="64338" cy="386026"/>
          </a:xfrm>
          <a:custGeom>
            <a:avLst/>
            <a:gdLst/>
            <a:ahLst/>
            <a:cxnLst/>
            <a:rect l="l" t="t" r="r" b="b"/>
            <a:pathLst>
              <a:path w="64338" h="386026">
                <a:moveTo>
                  <a:pt x="0" y="0"/>
                </a:moveTo>
                <a:lnTo>
                  <a:pt x="64338" y="0"/>
                </a:lnTo>
                <a:lnTo>
                  <a:pt x="64338" y="386026"/>
                </a:lnTo>
                <a:lnTo>
                  <a:pt x="0" y="386026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482534" y="492345"/>
            <a:ext cx="2267905" cy="386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2534" y="974878"/>
            <a:ext cx="11468201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 &amp; Solution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8372" y="1438109"/>
            <a:ext cx="5644027" cy="4397484"/>
          </a:xfrm>
          <a:custGeom>
            <a:avLst/>
            <a:gdLst/>
            <a:ahLst/>
            <a:cxnLst/>
            <a:rect l="l" t="t" r="r" b="b"/>
            <a:pathLst>
              <a:path w="5644027" h="4397484">
                <a:moveTo>
                  <a:pt x="96525" y="0"/>
                </a:moveTo>
                <a:lnTo>
                  <a:pt x="5547503" y="0"/>
                </a:lnTo>
                <a:cubicBezTo>
                  <a:pt x="5600812" y="0"/>
                  <a:pt x="5644027" y="43216"/>
                  <a:pt x="5644027" y="96525"/>
                </a:cubicBezTo>
                <a:lnTo>
                  <a:pt x="5644027" y="4300959"/>
                </a:lnTo>
                <a:cubicBezTo>
                  <a:pt x="5644027" y="4354268"/>
                  <a:pt x="5600812" y="4397484"/>
                  <a:pt x="5547503" y="4397484"/>
                </a:cubicBezTo>
                <a:lnTo>
                  <a:pt x="96525" y="4397484"/>
                </a:lnTo>
                <a:cubicBezTo>
                  <a:pt x="43251" y="4397484"/>
                  <a:pt x="0" y="4354233"/>
                  <a:pt x="0" y="4300959"/>
                </a:cubicBezTo>
                <a:lnTo>
                  <a:pt x="0" y="96525"/>
                </a:lnTo>
                <a:cubicBezTo>
                  <a:pt x="0" y="43251"/>
                  <a:pt x="43251" y="0"/>
                  <a:pt x="9652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136" y="1592520"/>
            <a:ext cx="386026" cy="386026"/>
          </a:xfrm>
          <a:custGeom>
            <a:avLst/>
            <a:gdLst/>
            <a:ahLst/>
            <a:cxnLst/>
            <a:rect l="l" t="t" r="r" b="b"/>
            <a:pathLst>
              <a:path w="386026" h="386026">
                <a:moveTo>
                  <a:pt x="64339" y="0"/>
                </a:moveTo>
                <a:lnTo>
                  <a:pt x="321687" y="0"/>
                </a:lnTo>
                <a:cubicBezTo>
                  <a:pt x="357221" y="0"/>
                  <a:pt x="386026" y="28806"/>
                  <a:pt x="386026" y="64339"/>
                </a:cubicBezTo>
                <a:lnTo>
                  <a:pt x="386026" y="321687"/>
                </a:lnTo>
                <a:cubicBezTo>
                  <a:pt x="386026" y="357221"/>
                  <a:pt x="357221" y="386026"/>
                  <a:pt x="321687" y="386026"/>
                </a:cubicBezTo>
                <a:lnTo>
                  <a:pt x="64339" y="386026"/>
                </a:lnTo>
                <a:cubicBezTo>
                  <a:pt x="28806" y="386026"/>
                  <a:pt x="0" y="357221"/>
                  <a:pt x="0" y="321687"/>
                </a:cubicBezTo>
                <a:lnTo>
                  <a:pt x="0" y="64339"/>
                </a:lnTo>
                <a:cubicBezTo>
                  <a:pt x="0" y="28806"/>
                  <a:pt x="28806" y="0"/>
                  <a:pt x="64339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3727" y="1705111"/>
            <a:ext cx="160844" cy="160844"/>
          </a:xfrm>
          <a:custGeom>
            <a:avLst/>
            <a:gdLst/>
            <a:ahLst/>
            <a:cxnLst/>
            <a:rect l="l" t="t" r="r" b="b"/>
            <a:pathLst>
              <a:path w="160844" h="160844">
                <a:moveTo>
                  <a:pt x="80422" y="0"/>
                </a:moveTo>
                <a:cubicBezTo>
                  <a:pt x="85040" y="0"/>
                  <a:pt x="89281" y="2545"/>
                  <a:pt x="91480" y="6597"/>
                </a:cubicBezTo>
                <a:lnTo>
                  <a:pt x="159336" y="132257"/>
                </a:lnTo>
                <a:cubicBezTo>
                  <a:pt x="161441" y="136152"/>
                  <a:pt x="161347" y="140864"/>
                  <a:pt x="159085" y="144666"/>
                </a:cubicBezTo>
                <a:cubicBezTo>
                  <a:pt x="156823" y="148467"/>
                  <a:pt x="152708" y="150792"/>
                  <a:pt x="148278" y="150792"/>
                </a:cubicBezTo>
                <a:lnTo>
                  <a:pt x="12566" y="150792"/>
                </a:lnTo>
                <a:cubicBezTo>
                  <a:pt x="8136" y="150792"/>
                  <a:pt x="4053" y="148467"/>
                  <a:pt x="1759" y="144666"/>
                </a:cubicBezTo>
                <a:cubicBezTo>
                  <a:pt x="-534" y="140864"/>
                  <a:pt x="-597" y="136152"/>
                  <a:pt x="1508" y="132257"/>
                </a:cubicBezTo>
                <a:lnTo>
                  <a:pt x="69364" y="6597"/>
                </a:lnTo>
                <a:cubicBezTo>
                  <a:pt x="71563" y="2545"/>
                  <a:pt x="75804" y="0"/>
                  <a:pt x="80422" y="0"/>
                </a:cubicBezTo>
                <a:close/>
                <a:moveTo>
                  <a:pt x="80422" y="52777"/>
                </a:moveTo>
                <a:cubicBezTo>
                  <a:pt x="76244" y="52777"/>
                  <a:pt x="72883" y="56138"/>
                  <a:pt x="72883" y="60317"/>
                </a:cubicBezTo>
                <a:lnTo>
                  <a:pt x="72883" y="95501"/>
                </a:lnTo>
                <a:cubicBezTo>
                  <a:pt x="72883" y="99680"/>
                  <a:pt x="76244" y="103041"/>
                  <a:pt x="80422" y="103041"/>
                </a:cubicBezTo>
                <a:cubicBezTo>
                  <a:pt x="84600" y="103041"/>
                  <a:pt x="87962" y="99680"/>
                  <a:pt x="87962" y="95501"/>
                </a:cubicBezTo>
                <a:lnTo>
                  <a:pt x="87962" y="60317"/>
                </a:lnTo>
                <a:cubicBezTo>
                  <a:pt x="87962" y="56138"/>
                  <a:pt x="84600" y="52777"/>
                  <a:pt x="80422" y="52777"/>
                </a:cubicBezTo>
                <a:close/>
                <a:moveTo>
                  <a:pt x="88810" y="120633"/>
                </a:moveTo>
                <a:cubicBezTo>
                  <a:pt x="89001" y="117520"/>
                  <a:pt x="87448" y="114558"/>
                  <a:pt x="84779" y="112943"/>
                </a:cubicBezTo>
                <a:cubicBezTo>
                  <a:pt x="82110" y="111329"/>
                  <a:pt x="78766" y="111329"/>
                  <a:pt x="76097" y="112943"/>
                </a:cubicBezTo>
                <a:cubicBezTo>
                  <a:pt x="73428" y="114558"/>
                  <a:pt x="71875" y="117520"/>
                  <a:pt x="72066" y="120633"/>
                </a:cubicBezTo>
                <a:cubicBezTo>
                  <a:pt x="71875" y="123747"/>
                  <a:pt x="73428" y="126709"/>
                  <a:pt x="76097" y="128323"/>
                </a:cubicBezTo>
                <a:cubicBezTo>
                  <a:pt x="78766" y="129938"/>
                  <a:pt x="82110" y="129938"/>
                  <a:pt x="84779" y="128323"/>
                </a:cubicBezTo>
                <a:cubicBezTo>
                  <a:pt x="87448" y="126709"/>
                  <a:pt x="89001" y="123747"/>
                  <a:pt x="88810" y="120633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8" name="Text 6"/>
          <p:cNvSpPr/>
          <p:nvPr/>
        </p:nvSpPr>
        <p:spPr>
          <a:xfrm>
            <a:off x="1003670" y="1656858"/>
            <a:ext cx="1729077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E0B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137" y="2171561"/>
            <a:ext cx="257351" cy="257351"/>
          </a:xfrm>
          <a:custGeom>
            <a:avLst/>
            <a:gdLst/>
            <a:ahLst/>
            <a:cxnLst/>
            <a:rect l="l" t="t" r="r" b="b"/>
            <a:pathLst>
              <a:path w="257351" h="257351">
                <a:moveTo>
                  <a:pt x="128675" y="0"/>
                </a:moveTo>
                <a:lnTo>
                  <a:pt x="128675" y="0"/>
                </a:lnTo>
                <a:cubicBezTo>
                  <a:pt x="199693" y="0"/>
                  <a:pt x="257351" y="57658"/>
                  <a:pt x="257351" y="128675"/>
                </a:cubicBezTo>
                <a:lnTo>
                  <a:pt x="257351" y="128675"/>
                </a:lnTo>
                <a:cubicBezTo>
                  <a:pt x="257351" y="199693"/>
                  <a:pt x="199693" y="257351"/>
                  <a:pt x="128675" y="257351"/>
                </a:cubicBezTo>
                <a:lnTo>
                  <a:pt x="128675" y="257351"/>
                </a:lnTo>
                <a:cubicBezTo>
                  <a:pt x="57658" y="257351"/>
                  <a:pt x="0" y="199693"/>
                  <a:pt x="0" y="128675"/>
                </a:cubicBezTo>
                <a:lnTo>
                  <a:pt x="0" y="128675"/>
                </a:lnTo>
                <a:cubicBezTo>
                  <a:pt x="0" y="57658"/>
                  <a:pt x="57658" y="0"/>
                  <a:pt x="128675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9405" y="2203730"/>
            <a:ext cx="104549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7163" y="2139391"/>
            <a:ext cx="4937921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7163" y="2396743"/>
            <a:ext cx="4929879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e-learning platforms struggle to handle concurrent video streams beyond 50-100 participants, causing server crashes during peak usage.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1137" y="2975782"/>
            <a:ext cx="257351" cy="257351"/>
          </a:xfrm>
          <a:custGeom>
            <a:avLst/>
            <a:gdLst/>
            <a:ahLst/>
            <a:cxnLst/>
            <a:rect l="l" t="t" r="r" b="b"/>
            <a:pathLst>
              <a:path w="257351" h="257351">
                <a:moveTo>
                  <a:pt x="128675" y="0"/>
                </a:moveTo>
                <a:lnTo>
                  <a:pt x="128675" y="0"/>
                </a:lnTo>
                <a:cubicBezTo>
                  <a:pt x="199693" y="0"/>
                  <a:pt x="257351" y="57658"/>
                  <a:pt x="257351" y="128675"/>
                </a:cubicBezTo>
                <a:lnTo>
                  <a:pt x="257351" y="128675"/>
                </a:lnTo>
                <a:cubicBezTo>
                  <a:pt x="257351" y="199693"/>
                  <a:pt x="199693" y="257351"/>
                  <a:pt x="128675" y="257351"/>
                </a:cubicBezTo>
                <a:lnTo>
                  <a:pt x="128675" y="257351"/>
                </a:lnTo>
                <a:cubicBezTo>
                  <a:pt x="57658" y="257351"/>
                  <a:pt x="0" y="199693"/>
                  <a:pt x="0" y="128675"/>
                </a:cubicBezTo>
                <a:lnTo>
                  <a:pt x="0" y="128675"/>
                </a:lnTo>
                <a:cubicBezTo>
                  <a:pt x="0" y="57658"/>
                  <a:pt x="57658" y="0"/>
                  <a:pt x="128675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7040" y="3007951"/>
            <a:ext cx="128675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7163" y="2943613"/>
            <a:ext cx="4937921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Latency Issues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7163" y="3200965"/>
            <a:ext cx="4929879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video conferencing tools introduce 300-500ms delays, disrupting real-time interaction and collaborative learning experiences.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1137" y="3780004"/>
            <a:ext cx="257351" cy="257351"/>
          </a:xfrm>
          <a:custGeom>
            <a:avLst/>
            <a:gdLst/>
            <a:ahLst/>
            <a:cxnLst/>
            <a:rect l="l" t="t" r="r" b="b"/>
            <a:pathLst>
              <a:path w="257351" h="257351">
                <a:moveTo>
                  <a:pt x="128675" y="0"/>
                </a:moveTo>
                <a:lnTo>
                  <a:pt x="128675" y="0"/>
                </a:lnTo>
                <a:cubicBezTo>
                  <a:pt x="199693" y="0"/>
                  <a:pt x="257351" y="57658"/>
                  <a:pt x="257351" y="128675"/>
                </a:cubicBezTo>
                <a:lnTo>
                  <a:pt x="257351" y="128675"/>
                </a:lnTo>
                <a:cubicBezTo>
                  <a:pt x="257351" y="199693"/>
                  <a:pt x="199693" y="257351"/>
                  <a:pt x="128675" y="257351"/>
                </a:cubicBezTo>
                <a:lnTo>
                  <a:pt x="128675" y="257351"/>
                </a:lnTo>
                <a:cubicBezTo>
                  <a:pt x="57658" y="257351"/>
                  <a:pt x="0" y="199693"/>
                  <a:pt x="0" y="128675"/>
                </a:cubicBezTo>
                <a:lnTo>
                  <a:pt x="0" y="128675"/>
                </a:lnTo>
                <a:cubicBezTo>
                  <a:pt x="0" y="57658"/>
                  <a:pt x="57658" y="0"/>
                  <a:pt x="128675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5330" y="3812173"/>
            <a:ext cx="136718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7163" y="3747834"/>
            <a:ext cx="4937921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Complexity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7163" y="4005186"/>
            <a:ext cx="4929879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Monolithic architectures lack containerization, making deployment, scaling, and maintenance operations cumbersome and error-prone.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29603" y="1396290"/>
            <a:ext cx="5644027" cy="4397484"/>
          </a:xfrm>
          <a:custGeom>
            <a:avLst/>
            <a:gdLst/>
            <a:ahLst/>
            <a:cxnLst/>
            <a:rect l="l" t="t" r="r" b="b"/>
            <a:pathLst>
              <a:path w="5644027" h="4397484">
                <a:moveTo>
                  <a:pt x="96525" y="0"/>
                </a:moveTo>
                <a:lnTo>
                  <a:pt x="5547503" y="0"/>
                </a:lnTo>
                <a:cubicBezTo>
                  <a:pt x="5600812" y="0"/>
                  <a:pt x="5644027" y="43216"/>
                  <a:pt x="5644027" y="96525"/>
                </a:cubicBezTo>
                <a:lnTo>
                  <a:pt x="5644027" y="4300959"/>
                </a:lnTo>
                <a:cubicBezTo>
                  <a:pt x="5644027" y="4354268"/>
                  <a:pt x="5600812" y="4397484"/>
                  <a:pt x="5547503" y="4397484"/>
                </a:cubicBezTo>
                <a:lnTo>
                  <a:pt x="96525" y="4397484"/>
                </a:lnTo>
                <a:cubicBezTo>
                  <a:pt x="43251" y="4397484"/>
                  <a:pt x="0" y="4354233"/>
                  <a:pt x="0" y="4300959"/>
                </a:cubicBezTo>
                <a:lnTo>
                  <a:pt x="0" y="96525"/>
                </a:lnTo>
                <a:cubicBezTo>
                  <a:pt x="0" y="43251"/>
                  <a:pt x="43251" y="0"/>
                  <a:pt x="9652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5831" y="1592520"/>
            <a:ext cx="386026" cy="386026"/>
          </a:xfrm>
          <a:custGeom>
            <a:avLst/>
            <a:gdLst/>
            <a:ahLst/>
            <a:cxnLst/>
            <a:rect l="l" t="t" r="r" b="b"/>
            <a:pathLst>
              <a:path w="386026" h="386026">
                <a:moveTo>
                  <a:pt x="64339" y="0"/>
                </a:moveTo>
                <a:lnTo>
                  <a:pt x="321687" y="0"/>
                </a:lnTo>
                <a:cubicBezTo>
                  <a:pt x="357221" y="0"/>
                  <a:pt x="386026" y="28806"/>
                  <a:pt x="386026" y="64339"/>
                </a:cubicBezTo>
                <a:lnTo>
                  <a:pt x="386026" y="321687"/>
                </a:lnTo>
                <a:cubicBezTo>
                  <a:pt x="386026" y="357221"/>
                  <a:pt x="357221" y="386026"/>
                  <a:pt x="321687" y="386026"/>
                </a:cubicBezTo>
                <a:lnTo>
                  <a:pt x="64339" y="386026"/>
                </a:lnTo>
                <a:cubicBezTo>
                  <a:pt x="28806" y="386026"/>
                  <a:pt x="0" y="357221"/>
                  <a:pt x="0" y="321687"/>
                </a:cubicBezTo>
                <a:lnTo>
                  <a:pt x="0" y="64339"/>
                </a:lnTo>
                <a:cubicBezTo>
                  <a:pt x="0" y="28806"/>
                  <a:pt x="28806" y="0"/>
                  <a:pt x="64339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58529" y="1705111"/>
            <a:ext cx="120633" cy="160844"/>
          </a:xfrm>
          <a:custGeom>
            <a:avLst/>
            <a:gdLst/>
            <a:ahLst/>
            <a:cxnLst/>
            <a:rect l="l" t="t" r="r" b="b"/>
            <a:pathLst>
              <a:path w="120633" h="160844">
                <a:moveTo>
                  <a:pt x="92014" y="120633"/>
                </a:moveTo>
                <a:cubicBezTo>
                  <a:pt x="94308" y="113628"/>
                  <a:pt x="98894" y="107282"/>
                  <a:pt x="104078" y="101816"/>
                </a:cubicBezTo>
                <a:cubicBezTo>
                  <a:pt x="114350" y="91009"/>
                  <a:pt x="120633" y="76401"/>
                  <a:pt x="120633" y="60317"/>
                </a:cubicBezTo>
                <a:cubicBezTo>
                  <a:pt x="120633" y="27017"/>
                  <a:pt x="93616" y="0"/>
                  <a:pt x="60317" y="0"/>
                </a:cubicBezTo>
                <a:cubicBezTo>
                  <a:pt x="27017" y="0"/>
                  <a:pt x="0" y="27017"/>
                  <a:pt x="0" y="60317"/>
                </a:cubicBezTo>
                <a:cubicBezTo>
                  <a:pt x="0" y="76401"/>
                  <a:pt x="6283" y="91009"/>
                  <a:pt x="16556" y="101816"/>
                </a:cubicBezTo>
                <a:cubicBezTo>
                  <a:pt x="21739" y="107282"/>
                  <a:pt x="26357" y="113628"/>
                  <a:pt x="28619" y="120633"/>
                </a:cubicBezTo>
                <a:lnTo>
                  <a:pt x="91983" y="120633"/>
                </a:lnTo>
                <a:close/>
                <a:moveTo>
                  <a:pt x="90475" y="135712"/>
                </a:moveTo>
                <a:lnTo>
                  <a:pt x="30158" y="135712"/>
                </a:lnTo>
                <a:lnTo>
                  <a:pt x="30158" y="140739"/>
                </a:lnTo>
                <a:cubicBezTo>
                  <a:pt x="30158" y="154624"/>
                  <a:pt x="41405" y="165871"/>
                  <a:pt x="55290" y="165871"/>
                </a:cubicBezTo>
                <a:lnTo>
                  <a:pt x="65343" y="165871"/>
                </a:lnTo>
                <a:cubicBezTo>
                  <a:pt x="79228" y="165871"/>
                  <a:pt x="90475" y="154624"/>
                  <a:pt x="90475" y="140739"/>
                </a:cubicBezTo>
                <a:lnTo>
                  <a:pt x="90475" y="135712"/>
                </a:lnTo>
                <a:close/>
                <a:moveTo>
                  <a:pt x="57803" y="35185"/>
                </a:moveTo>
                <a:cubicBezTo>
                  <a:pt x="45300" y="35185"/>
                  <a:pt x="35185" y="45300"/>
                  <a:pt x="35185" y="57803"/>
                </a:cubicBezTo>
                <a:cubicBezTo>
                  <a:pt x="35185" y="61982"/>
                  <a:pt x="31823" y="65343"/>
                  <a:pt x="27645" y="65343"/>
                </a:cubicBezTo>
                <a:cubicBezTo>
                  <a:pt x="23467" y="65343"/>
                  <a:pt x="20106" y="61982"/>
                  <a:pt x="20106" y="57803"/>
                </a:cubicBezTo>
                <a:cubicBezTo>
                  <a:pt x="20106" y="36975"/>
                  <a:pt x="36975" y="20106"/>
                  <a:pt x="57803" y="20106"/>
                </a:cubicBezTo>
                <a:cubicBezTo>
                  <a:pt x="61982" y="20106"/>
                  <a:pt x="65343" y="23467"/>
                  <a:pt x="65343" y="27645"/>
                </a:cubicBezTo>
                <a:cubicBezTo>
                  <a:pt x="65343" y="31823"/>
                  <a:pt x="61982" y="35185"/>
                  <a:pt x="57803" y="35185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4" name="Text 22"/>
          <p:cNvSpPr/>
          <p:nvPr/>
        </p:nvSpPr>
        <p:spPr>
          <a:xfrm>
            <a:off x="6908364" y="1656858"/>
            <a:ext cx="1351092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E0B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VEDU Solution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1917" y="2139391"/>
            <a:ext cx="5235483" cy="965066"/>
          </a:xfrm>
          <a:custGeom>
            <a:avLst/>
            <a:gdLst/>
            <a:ahLst/>
            <a:cxnLst/>
            <a:rect l="l" t="t" r="r" b="b"/>
            <a:pathLst>
              <a:path w="5235483" h="965066">
                <a:moveTo>
                  <a:pt x="32169" y="0"/>
                </a:moveTo>
                <a:lnTo>
                  <a:pt x="5171142" y="0"/>
                </a:lnTo>
                <a:cubicBezTo>
                  <a:pt x="5206676" y="0"/>
                  <a:pt x="5235483" y="28806"/>
                  <a:pt x="5235483" y="64341"/>
                </a:cubicBezTo>
                <a:lnTo>
                  <a:pt x="5235483" y="900725"/>
                </a:lnTo>
                <a:cubicBezTo>
                  <a:pt x="5235483" y="936260"/>
                  <a:pt x="5206676" y="965066"/>
                  <a:pt x="5171142" y="965066"/>
                </a:cubicBezTo>
                <a:lnTo>
                  <a:pt x="32169" y="965066"/>
                </a:lnTo>
                <a:cubicBezTo>
                  <a:pt x="14402" y="965066"/>
                  <a:pt x="0" y="950663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41917" y="2139391"/>
            <a:ext cx="32169" cy="965066"/>
          </a:xfrm>
          <a:custGeom>
            <a:avLst/>
            <a:gdLst/>
            <a:ahLst/>
            <a:cxnLst/>
            <a:rect l="l" t="t" r="r" b="b"/>
            <a:pathLst>
              <a:path w="32169" h="965066">
                <a:moveTo>
                  <a:pt x="32169" y="0"/>
                </a:moveTo>
                <a:lnTo>
                  <a:pt x="32169" y="0"/>
                </a:lnTo>
                <a:lnTo>
                  <a:pt x="32169" y="965066"/>
                </a:lnTo>
                <a:lnTo>
                  <a:pt x="32169" y="965066"/>
                </a:lnTo>
                <a:cubicBezTo>
                  <a:pt x="14414" y="965066"/>
                  <a:pt x="0" y="950652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7" name="Shape 25"/>
          <p:cNvSpPr/>
          <p:nvPr/>
        </p:nvSpPr>
        <p:spPr>
          <a:xfrm>
            <a:off x="6606781" y="2306668"/>
            <a:ext cx="144760" cy="144760"/>
          </a:xfrm>
          <a:custGeom>
            <a:avLst/>
            <a:gdLst/>
            <a:ahLst/>
            <a:cxnLst/>
            <a:rect l="l" t="t" r="r" b="b"/>
            <a:pathLst>
              <a:path w="144760" h="144760">
                <a:moveTo>
                  <a:pt x="36190" y="90475"/>
                </a:moveTo>
                <a:lnTo>
                  <a:pt x="6927" y="90475"/>
                </a:lnTo>
                <a:cubicBezTo>
                  <a:pt x="-113" y="90475"/>
                  <a:pt x="-4439" y="82813"/>
                  <a:pt x="-820" y="76762"/>
                </a:cubicBezTo>
                <a:lnTo>
                  <a:pt x="14137" y="51825"/>
                </a:lnTo>
                <a:cubicBezTo>
                  <a:pt x="16596" y="47726"/>
                  <a:pt x="21007" y="45237"/>
                  <a:pt x="25785" y="45237"/>
                </a:cubicBezTo>
                <a:lnTo>
                  <a:pt x="52645" y="45237"/>
                </a:lnTo>
                <a:cubicBezTo>
                  <a:pt x="74161" y="8793"/>
                  <a:pt x="106252" y="6955"/>
                  <a:pt x="127711" y="10094"/>
                </a:cubicBezTo>
                <a:cubicBezTo>
                  <a:pt x="131330" y="10631"/>
                  <a:pt x="134157" y="13458"/>
                  <a:pt x="134666" y="17049"/>
                </a:cubicBezTo>
                <a:cubicBezTo>
                  <a:pt x="137805" y="38508"/>
                  <a:pt x="135967" y="70599"/>
                  <a:pt x="99522" y="92115"/>
                </a:cubicBezTo>
                <a:lnTo>
                  <a:pt x="99522" y="118975"/>
                </a:lnTo>
                <a:cubicBezTo>
                  <a:pt x="99522" y="123753"/>
                  <a:pt x="97034" y="128163"/>
                  <a:pt x="92935" y="130623"/>
                </a:cubicBezTo>
                <a:lnTo>
                  <a:pt x="67998" y="145580"/>
                </a:lnTo>
                <a:cubicBezTo>
                  <a:pt x="61975" y="149199"/>
                  <a:pt x="54285" y="144845"/>
                  <a:pt x="54285" y="137833"/>
                </a:cubicBezTo>
                <a:lnTo>
                  <a:pt x="54285" y="108570"/>
                </a:lnTo>
                <a:cubicBezTo>
                  <a:pt x="54285" y="98589"/>
                  <a:pt x="46170" y="90475"/>
                  <a:pt x="36190" y="90475"/>
                </a:cubicBezTo>
                <a:lnTo>
                  <a:pt x="36162" y="90475"/>
                </a:lnTo>
                <a:close/>
                <a:moveTo>
                  <a:pt x="113094" y="45237"/>
                </a:moveTo>
                <a:cubicBezTo>
                  <a:pt x="113094" y="37747"/>
                  <a:pt x="107013" y="31666"/>
                  <a:pt x="99522" y="31666"/>
                </a:cubicBezTo>
                <a:cubicBezTo>
                  <a:pt x="92032" y="31666"/>
                  <a:pt x="85951" y="37747"/>
                  <a:pt x="85951" y="45237"/>
                </a:cubicBezTo>
                <a:cubicBezTo>
                  <a:pt x="85951" y="52728"/>
                  <a:pt x="92032" y="58809"/>
                  <a:pt x="99522" y="58809"/>
                </a:cubicBezTo>
                <a:cubicBezTo>
                  <a:pt x="107013" y="58809"/>
                  <a:pt x="113094" y="52728"/>
                  <a:pt x="113094" y="45237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389" y="2268066"/>
            <a:ext cx="4808715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High-Performance Architecture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6677" y="2557587"/>
            <a:ext cx="5026385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on Spring Boot with WebRTC technology, supporting 500+ concurrent users with sub-100ms latency through optimized media server configuration.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1917" y="3233132"/>
            <a:ext cx="5235483" cy="965066"/>
          </a:xfrm>
          <a:custGeom>
            <a:avLst/>
            <a:gdLst/>
            <a:ahLst/>
            <a:cxnLst/>
            <a:rect l="l" t="t" r="r" b="b"/>
            <a:pathLst>
              <a:path w="5235483" h="965066">
                <a:moveTo>
                  <a:pt x="32169" y="0"/>
                </a:moveTo>
                <a:lnTo>
                  <a:pt x="5171142" y="0"/>
                </a:lnTo>
                <a:cubicBezTo>
                  <a:pt x="5206676" y="0"/>
                  <a:pt x="5235483" y="28806"/>
                  <a:pt x="5235483" y="64341"/>
                </a:cubicBezTo>
                <a:lnTo>
                  <a:pt x="5235483" y="900725"/>
                </a:lnTo>
                <a:cubicBezTo>
                  <a:pt x="5235483" y="936260"/>
                  <a:pt x="5206676" y="965066"/>
                  <a:pt x="5171142" y="965066"/>
                </a:cubicBezTo>
                <a:lnTo>
                  <a:pt x="32169" y="965066"/>
                </a:lnTo>
                <a:cubicBezTo>
                  <a:pt x="14402" y="965066"/>
                  <a:pt x="0" y="950663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41917" y="3233132"/>
            <a:ext cx="32169" cy="965066"/>
          </a:xfrm>
          <a:custGeom>
            <a:avLst/>
            <a:gdLst/>
            <a:ahLst/>
            <a:cxnLst/>
            <a:rect l="l" t="t" r="r" b="b"/>
            <a:pathLst>
              <a:path w="32169" h="965066">
                <a:moveTo>
                  <a:pt x="32169" y="0"/>
                </a:moveTo>
                <a:lnTo>
                  <a:pt x="32169" y="0"/>
                </a:lnTo>
                <a:lnTo>
                  <a:pt x="32169" y="965066"/>
                </a:lnTo>
                <a:lnTo>
                  <a:pt x="32169" y="965066"/>
                </a:lnTo>
                <a:cubicBezTo>
                  <a:pt x="14414" y="965066"/>
                  <a:pt x="0" y="950652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2" name="Shape 30"/>
          <p:cNvSpPr/>
          <p:nvPr/>
        </p:nvSpPr>
        <p:spPr>
          <a:xfrm>
            <a:off x="6606781" y="3400410"/>
            <a:ext cx="144760" cy="144760"/>
          </a:xfrm>
          <a:custGeom>
            <a:avLst/>
            <a:gdLst/>
            <a:ahLst/>
            <a:cxnLst/>
            <a:rect l="l" t="t" r="r" b="b"/>
            <a:pathLst>
              <a:path w="144760" h="144760">
                <a:moveTo>
                  <a:pt x="18632" y="64605"/>
                </a:moveTo>
                <a:cubicBezTo>
                  <a:pt x="22393" y="38310"/>
                  <a:pt x="45040" y="18095"/>
                  <a:pt x="72380" y="18095"/>
                </a:cubicBezTo>
                <a:cubicBezTo>
                  <a:pt x="87365" y="18095"/>
                  <a:pt x="100936" y="24174"/>
                  <a:pt x="110775" y="33985"/>
                </a:cubicBezTo>
                <a:cubicBezTo>
                  <a:pt x="110832" y="34041"/>
                  <a:pt x="110888" y="34098"/>
                  <a:pt x="110945" y="34154"/>
                </a:cubicBezTo>
                <a:lnTo>
                  <a:pt x="113094" y="36190"/>
                </a:lnTo>
                <a:lnTo>
                  <a:pt x="99551" y="36190"/>
                </a:lnTo>
                <a:cubicBezTo>
                  <a:pt x="94546" y="36190"/>
                  <a:pt x="90503" y="40233"/>
                  <a:pt x="90503" y="45237"/>
                </a:cubicBezTo>
                <a:cubicBezTo>
                  <a:pt x="90503" y="50242"/>
                  <a:pt x="94546" y="54285"/>
                  <a:pt x="99551" y="54285"/>
                </a:cubicBezTo>
                <a:lnTo>
                  <a:pt x="135741" y="54285"/>
                </a:lnTo>
                <a:cubicBezTo>
                  <a:pt x="140745" y="54285"/>
                  <a:pt x="144788" y="50242"/>
                  <a:pt x="144788" y="45237"/>
                </a:cubicBezTo>
                <a:lnTo>
                  <a:pt x="144788" y="9047"/>
                </a:lnTo>
                <a:cubicBezTo>
                  <a:pt x="144788" y="4043"/>
                  <a:pt x="140745" y="0"/>
                  <a:pt x="135741" y="0"/>
                </a:cubicBezTo>
                <a:cubicBezTo>
                  <a:pt x="130736" y="0"/>
                  <a:pt x="126693" y="4043"/>
                  <a:pt x="126693" y="9047"/>
                </a:cubicBezTo>
                <a:lnTo>
                  <a:pt x="126693" y="24145"/>
                </a:lnTo>
                <a:lnTo>
                  <a:pt x="123498" y="21120"/>
                </a:lnTo>
                <a:cubicBezTo>
                  <a:pt x="110408" y="8086"/>
                  <a:pt x="92313" y="0"/>
                  <a:pt x="72380" y="0"/>
                </a:cubicBezTo>
                <a:cubicBezTo>
                  <a:pt x="35907" y="0"/>
                  <a:pt x="5740" y="26973"/>
                  <a:pt x="735" y="62060"/>
                </a:cubicBezTo>
                <a:cubicBezTo>
                  <a:pt x="28" y="67008"/>
                  <a:pt x="3449" y="71588"/>
                  <a:pt x="8397" y="72295"/>
                </a:cubicBezTo>
                <a:cubicBezTo>
                  <a:pt x="13345" y="73002"/>
                  <a:pt x="17925" y="69553"/>
                  <a:pt x="18632" y="64633"/>
                </a:cubicBezTo>
                <a:close/>
                <a:moveTo>
                  <a:pt x="144025" y="82700"/>
                </a:moveTo>
                <a:cubicBezTo>
                  <a:pt x="144732" y="77752"/>
                  <a:pt x="141282" y="73172"/>
                  <a:pt x="136363" y="72465"/>
                </a:cubicBezTo>
                <a:cubicBezTo>
                  <a:pt x="131443" y="71758"/>
                  <a:pt x="126835" y="75207"/>
                  <a:pt x="126128" y="80127"/>
                </a:cubicBezTo>
                <a:cubicBezTo>
                  <a:pt x="122367" y="106421"/>
                  <a:pt x="99720" y="126637"/>
                  <a:pt x="72380" y="126637"/>
                </a:cubicBezTo>
                <a:cubicBezTo>
                  <a:pt x="57395" y="126637"/>
                  <a:pt x="43824" y="120558"/>
                  <a:pt x="33985" y="110747"/>
                </a:cubicBezTo>
                <a:cubicBezTo>
                  <a:pt x="33928" y="110690"/>
                  <a:pt x="33872" y="110634"/>
                  <a:pt x="33815" y="110577"/>
                </a:cubicBezTo>
                <a:lnTo>
                  <a:pt x="31666" y="108542"/>
                </a:lnTo>
                <a:lnTo>
                  <a:pt x="45209" y="108542"/>
                </a:lnTo>
                <a:cubicBezTo>
                  <a:pt x="50214" y="108542"/>
                  <a:pt x="54257" y="104499"/>
                  <a:pt x="54257" y="99494"/>
                </a:cubicBezTo>
                <a:cubicBezTo>
                  <a:pt x="54257" y="94490"/>
                  <a:pt x="50214" y="90447"/>
                  <a:pt x="45209" y="90447"/>
                </a:cubicBezTo>
                <a:lnTo>
                  <a:pt x="9047" y="90475"/>
                </a:lnTo>
                <a:cubicBezTo>
                  <a:pt x="6644" y="90475"/>
                  <a:pt x="4326" y="91436"/>
                  <a:pt x="2629" y="93161"/>
                </a:cubicBezTo>
                <a:cubicBezTo>
                  <a:pt x="933" y="94886"/>
                  <a:pt x="-28" y="97176"/>
                  <a:pt x="0" y="99607"/>
                </a:cubicBezTo>
                <a:lnTo>
                  <a:pt x="283" y="135514"/>
                </a:lnTo>
                <a:cubicBezTo>
                  <a:pt x="311" y="140519"/>
                  <a:pt x="4411" y="144534"/>
                  <a:pt x="9415" y="144477"/>
                </a:cubicBezTo>
                <a:cubicBezTo>
                  <a:pt x="14419" y="144421"/>
                  <a:pt x="18434" y="140349"/>
                  <a:pt x="18378" y="135345"/>
                </a:cubicBezTo>
                <a:lnTo>
                  <a:pt x="18265" y="120784"/>
                </a:lnTo>
                <a:lnTo>
                  <a:pt x="21290" y="123640"/>
                </a:lnTo>
                <a:cubicBezTo>
                  <a:pt x="34380" y="136674"/>
                  <a:pt x="52447" y="144760"/>
                  <a:pt x="72380" y="144760"/>
                </a:cubicBezTo>
                <a:cubicBezTo>
                  <a:pt x="108853" y="144760"/>
                  <a:pt x="139020" y="117787"/>
                  <a:pt x="144025" y="8270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389" y="3361808"/>
            <a:ext cx="4808715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Containerized Deployment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86677" y="3651329"/>
            <a:ext cx="5026385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Docker-based orchestration enables seamless horizontal scaling, automated load balancing, and simplified DevOps workflows for educational institutions.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41917" y="4326874"/>
            <a:ext cx="5235483" cy="965066"/>
          </a:xfrm>
          <a:custGeom>
            <a:avLst/>
            <a:gdLst/>
            <a:ahLst/>
            <a:cxnLst/>
            <a:rect l="l" t="t" r="r" b="b"/>
            <a:pathLst>
              <a:path w="5235483" h="965066">
                <a:moveTo>
                  <a:pt x="32169" y="0"/>
                </a:moveTo>
                <a:lnTo>
                  <a:pt x="5171142" y="0"/>
                </a:lnTo>
                <a:cubicBezTo>
                  <a:pt x="5206676" y="0"/>
                  <a:pt x="5235483" y="28806"/>
                  <a:pt x="5235483" y="64341"/>
                </a:cubicBezTo>
                <a:lnTo>
                  <a:pt x="5235483" y="900725"/>
                </a:lnTo>
                <a:cubicBezTo>
                  <a:pt x="5235483" y="936260"/>
                  <a:pt x="5206676" y="965066"/>
                  <a:pt x="5171142" y="965066"/>
                </a:cubicBezTo>
                <a:lnTo>
                  <a:pt x="32169" y="965066"/>
                </a:lnTo>
                <a:cubicBezTo>
                  <a:pt x="14402" y="965066"/>
                  <a:pt x="0" y="950663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41917" y="4326874"/>
            <a:ext cx="32169" cy="965066"/>
          </a:xfrm>
          <a:custGeom>
            <a:avLst/>
            <a:gdLst/>
            <a:ahLst/>
            <a:cxnLst/>
            <a:rect l="l" t="t" r="r" b="b"/>
            <a:pathLst>
              <a:path w="32169" h="965066">
                <a:moveTo>
                  <a:pt x="32169" y="0"/>
                </a:moveTo>
                <a:lnTo>
                  <a:pt x="32169" y="0"/>
                </a:lnTo>
                <a:lnTo>
                  <a:pt x="32169" y="965066"/>
                </a:lnTo>
                <a:lnTo>
                  <a:pt x="32169" y="965066"/>
                </a:lnTo>
                <a:cubicBezTo>
                  <a:pt x="14414" y="965066"/>
                  <a:pt x="0" y="950652"/>
                  <a:pt x="0" y="932897"/>
                </a:cubicBezTo>
                <a:lnTo>
                  <a:pt x="0" y="32169"/>
                </a:lnTo>
                <a:cubicBezTo>
                  <a:pt x="0" y="14414"/>
                  <a:pt x="14414" y="0"/>
                  <a:pt x="32169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7" name="Shape 35"/>
          <p:cNvSpPr/>
          <p:nvPr/>
        </p:nvSpPr>
        <p:spPr>
          <a:xfrm>
            <a:off x="6597735" y="4494151"/>
            <a:ext cx="162855" cy="144760"/>
          </a:xfrm>
          <a:custGeom>
            <a:avLst/>
            <a:gdLst/>
            <a:ahLst/>
            <a:cxnLst/>
            <a:rect l="l" t="t" r="r" b="b"/>
            <a:pathLst>
              <a:path w="162855" h="144760">
                <a:moveTo>
                  <a:pt x="27142" y="18095"/>
                </a:moveTo>
                <a:cubicBezTo>
                  <a:pt x="17162" y="18095"/>
                  <a:pt x="9047" y="26209"/>
                  <a:pt x="9047" y="36190"/>
                </a:cubicBezTo>
                <a:lnTo>
                  <a:pt x="9047" y="108570"/>
                </a:lnTo>
                <a:cubicBezTo>
                  <a:pt x="9047" y="118550"/>
                  <a:pt x="17162" y="126665"/>
                  <a:pt x="27142" y="126665"/>
                </a:cubicBezTo>
                <a:lnTo>
                  <a:pt x="99522" y="126665"/>
                </a:lnTo>
                <a:cubicBezTo>
                  <a:pt x="109503" y="126665"/>
                  <a:pt x="117617" y="118550"/>
                  <a:pt x="117617" y="108570"/>
                </a:cubicBezTo>
                <a:lnTo>
                  <a:pt x="117617" y="36190"/>
                </a:lnTo>
                <a:cubicBezTo>
                  <a:pt x="117617" y="26209"/>
                  <a:pt x="109503" y="18095"/>
                  <a:pt x="99522" y="18095"/>
                </a:cubicBezTo>
                <a:lnTo>
                  <a:pt x="27142" y="18095"/>
                </a:lnTo>
                <a:close/>
                <a:moveTo>
                  <a:pt x="131189" y="94999"/>
                </a:moveTo>
                <a:lnTo>
                  <a:pt x="151970" y="111623"/>
                </a:lnTo>
                <a:cubicBezTo>
                  <a:pt x="153157" y="112585"/>
                  <a:pt x="154627" y="113094"/>
                  <a:pt x="156154" y="113094"/>
                </a:cubicBezTo>
                <a:cubicBezTo>
                  <a:pt x="159858" y="113094"/>
                  <a:pt x="162855" y="110097"/>
                  <a:pt x="162855" y="106393"/>
                </a:cubicBezTo>
                <a:lnTo>
                  <a:pt x="162855" y="38367"/>
                </a:lnTo>
                <a:cubicBezTo>
                  <a:pt x="162855" y="34663"/>
                  <a:pt x="159858" y="31666"/>
                  <a:pt x="156154" y="31666"/>
                </a:cubicBezTo>
                <a:cubicBezTo>
                  <a:pt x="154627" y="31666"/>
                  <a:pt x="153157" y="32175"/>
                  <a:pt x="151970" y="33136"/>
                </a:cubicBezTo>
                <a:lnTo>
                  <a:pt x="131189" y="49761"/>
                </a:lnTo>
                <a:lnTo>
                  <a:pt x="131189" y="9499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8" name="Text 36"/>
          <p:cNvSpPr/>
          <p:nvPr/>
        </p:nvSpPr>
        <p:spPr>
          <a:xfrm>
            <a:off x="6812389" y="4455549"/>
            <a:ext cx="4808715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WebRTC Integration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6677" y="4745070"/>
            <a:ext cx="5026385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Leverages OpenVidu and LiveKit for peer-to-peer media streaming with Redis caching, ensuring reliable signal handling and session management.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4906" y="5991613"/>
            <a:ext cx="11547014" cy="714149"/>
          </a:xfrm>
          <a:custGeom>
            <a:avLst/>
            <a:gdLst/>
            <a:ahLst/>
            <a:cxnLst/>
            <a:rect l="l" t="t" r="r" b="b"/>
            <a:pathLst>
              <a:path w="11547014" h="714149">
                <a:moveTo>
                  <a:pt x="64338" y="0"/>
                </a:moveTo>
                <a:lnTo>
                  <a:pt x="11482677" y="0"/>
                </a:lnTo>
                <a:cubicBezTo>
                  <a:pt x="11518209" y="0"/>
                  <a:pt x="11547014" y="28805"/>
                  <a:pt x="11547014" y="64338"/>
                </a:cubicBezTo>
                <a:lnTo>
                  <a:pt x="11547014" y="649811"/>
                </a:lnTo>
                <a:cubicBezTo>
                  <a:pt x="11547014" y="685344"/>
                  <a:pt x="11518209" y="714149"/>
                  <a:pt x="11482677" y="714149"/>
                </a:cubicBezTo>
                <a:lnTo>
                  <a:pt x="64338" y="714149"/>
                </a:lnTo>
                <a:cubicBezTo>
                  <a:pt x="28805" y="714149"/>
                  <a:pt x="0" y="685344"/>
                  <a:pt x="0" y="649811"/>
                </a:cubicBezTo>
                <a:lnTo>
                  <a:pt x="0" y="64338"/>
                </a:lnTo>
                <a:cubicBezTo>
                  <a:pt x="0" y="28829"/>
                  <a:pt x="28829" y="0"/>
                  <a:pt x="64338" y="0"/>
                </a:cubicBezTo>
                <a:close/>
              </a:path>
            </a:pathLst>
          </a:custGeom>
          <a:solidFill>
            <a:srgbClr val="E0B45C">
              <a:alpha val="10196"/>
            </a:srgbClr>
          </a:soli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2883" y="6252182"/>
            <a:ext cx="193013" cy="193013"/>
          </a:xfrm>
          <a:custGeom>
            <a:avLst/>
            <a:gdLst/>
            <a:ahLst/>
            <a:cxnLst/>
            <a:rect l="l" t="t" r="r" b="b"/>
            <a:pathLst>
              <a:path w="193013" h="193013">
                <a:moveTo>
                  <a:pt x="168887" y="96507"/>
                </a:moveTo>
                <a:cubicBezTo>
                  <a:pt x="168887" y="56559"/>
                  <a:pt x="136454" y="24127"/>
                  <a:pt x="96507" y="24127"/>
                </a:cubicBezTo>
                <a:cubicBezTo>
                  <a:pt x="56559" y="24127"/>
                  <a:pt x="24127" y="56559"/>
                  <a:pt x="24127" y="96507"/>
                </a:cubicBezTo>
                <a:cubicBezTo>
                  <a:pt x="24127" y="136454"/>
                  <a:pt x="56559" y="168887"/>
                  <a:pt x="96507" y="168887"/>
                </a:cubicBezTo>
                <a:cubicBezTo>
                  <a:pt x="136454" y="168887"/>
                  <a:pt x="168887" y="136454"/>
                  <a:pt x="168887" y="96507"/>
                </a:cubicBezTo>
                <a:close/>
                <a:moveTo>
                  <a:pt x="0" y="96507"/>
                </a:moveTo>
                <a:cubicBezTo>
                  <a:pt x="0" y="43243"/>
                  <a:pt x="43243" y="0"/>
                  <a:pt x="96507" y="0"/>
                </a:cubicBezTo>
                <a:cubicBezTo>
                  <a:pt x="149770" y="0"/>
                  <a:pt x="193013" y="43243"/>
                  <a:pt x="193013" y="96507"/>
                </a:cubicBezTo>
                <a:cubicBezTo>
                  <a:pt x="193013" y="149770"/>
                  <a:pt x="149770" y="193013"/>
                  <a:pt x="96507" y="193013"/>
                </a:cubicBezTo>
                <a:cubicBezTo>
                  <a:pt x="43243" y="193013"/>
                  <a:pt x="0" y="149770"/>
                  <a:pt x="0" y="96507"/>
                </a:cubicBezTo>
                <a:close/>
                <a:moveTo>
                  <a:pt x="96507" y="126665"/>
                </a:moveTo>
                <a:cubicBezTo>
                  <a:pt x="113151" y="126665"/>
                  <a:pt x="126665" y="113151"/>
                  <a:pt x="126665" y="96507"/>
                </a:cubicBezTo>
                <a:cubicBezTo>
                  <a:pt x="126665" y="79862"/>
                  <a:pt x="113151" y="66348"/>
                  <a:pt x="96507" y="66348"/>
                </a:cubicBezTo>
                <a:cubicBezTo>
                  <a:pt x="79862" y="66348"/>
                  <a:pt x="66348" y="79862"/>
                  <a:pt x="66348" y="96507"/>
                </a:cubicBezTo>
                <a:cubicBezTo>
                  <a:pt x="66348" y="113151"/>
                  <a:pt x="79862" y="126665"/>
                  <a:pt x="96507" y="126665"/>
                </a:cubicBezTo>
                <a:close/>
                <a:moveTo>
                  <a:pt x="96507" y="42222"/>
                </a:moveTo>
                <a:cubicBezTo>
                  <a:pt x="126467" y="42222"/>
                  <a:pt x="150792" y="66546"/>
                  <a:pt x="150792" y="96507"/>
                </a:cubicBezTo>
                <a:cubicBezTo>
                  <a:pt x="150792" y="126467"/>
                  <a:pt x="126467" y="150792"/>
                  <a:pt x="96507" y="150792"/>
                </a:cubicBezTo>
                <a:cubicBezTo>
                  <a:pt x="66546" y="150792"/>
                  <a:pt x="42222" y="126467"/>
                  <a:pt x="42222" y="96507"/>
                </a:cubicBezTo>
                <a:cubicBezTo>
                  <a:pt x="42222" y="66546"/>
                  <a:pt x="66546" y="42222"/>
                  <a:pt x="96507" y="42222"/>
                </a:cubicBezTo>
                <a:close/>
                <a:moveTo>
                  <a:pt x="84443" y="96507"/>
                </a:moveTo>
                <a:cubicBezTo>
                  <a:pt x="84443" y="89849"/>
                  <a:pt x="89849" y="84443"/>
                  <a:pt x="96507" y="84443"/>
                </a:cubicBezTo>
                <a:cubicBezTo>
                  <a:pt x="103165" y="84443"/>
                  <a:pt x="108570" y="89849"/>
                  <a:pt x="108570" y="96507"/>
                </a:cubicBezTo>
                <a:cubicBezTo>
                  <a:pt x="108570" y="103165"/>
                  <a:pt x="103165" y="108570"/>
                  <a:pt x="96507" y="108570"/>
                </a:cubicBezTo>
                <a:cubicBezTo>
                  <a:pt x="89849" y="108570"/>
                  <a:pt x="84443" y="103165"/>
                  <a:pt x="84443" y="96507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2" name="Text 40"/>
          <p:cNvSpPr/>
          <p:nvPr/>
        </p:nvSpPr>
        <p:spPr>
          <a:xfrm>
            <a:off x="808946" y="6123505"/>
            <a:ext cx="11001752" cy="450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Objective:</a:t>
            </a:r>
            <a:r>
              <a:rPr lang="en-US" sz="114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 a production-ready, containerized video conferencing platform specifically designed for educational environments with enterprise-grade scalability and reliability.</a:t>
            </a:r>
            <a:endParaRPr lang="en-US" sz="16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23A16F4-D5E2-72CC-7F02-41970ACA10DC}"/>
              </a:ext>
            </a:extLst>
          </p:cNvPr>
          <p:cNvGrpSpPr/>
          <p:nvPr/>
        </p:nvGrpSpPr>
        <p:grpSpPr>
          <a:xfrm>
            <a:off x="482534" y="4616395"/>
            <a:ext cx="5323947" cy="540799"/>
            <a:chOff x="673536" y="3729578"/>
            <a:chExt cx="5323947" cy="540799"/>
          </a:xfrm>
        </p:grpSpPr>
        <p:sp>
          <p:nvSpPr>
            <p:cNvPr id="43" name="Shape 15">
              <a:extLst>
                <a:ext uri="{FF2B5EF4-FFF2-40B4-BE49-F238E27FC236}">
                  <a16:creationId xmlns:a16="http://schemas.microsoft.com/office/drawing/2014/main" id="{2BDF9A06-F586-C2F8-9B95-6A81759AA36B}"/>
                </a:ext>
              </a:extLst>
            </p:cNvPr>
            <p:cNvSpPr/>
            <p:nvPr/>
          </p:nvSpPr>
          <p:spPr>
            <a:xfrm>
              <a:off x="673536" y="3761747"/>
              <a:ext cx="257351" cy="257351"/>
            </a:xfrm>
            <a:custGeom>
              <a:avLst/>
              <a:gdLst/>
              <a:ahLst/>
              <a:cxnLst/>
              <a:rect l="l" t="t" r="r" b="b"/>
              <a:pathLst>
                <a:path w="257351" h="257351">
                  <a:moveTo>
                    <a:pt x="128675" y="0"/>
                  </a:moveTo>
                  <a:lnTo>
                    <a:pt x="128675" y="0"/>
                  </a:lnTo>
                  <a:cubicBezTo>
                    <a:pt x="199693" y="0"/>
                    <a:pt x="257351" y="57658"/>
                    <a:pt x="257351" y="128675"/>
                  </a:cubicBezTo>
                  <a:lnTo>
                    <a:pt x="257351" y="128675"/>
                  </a:lnTo>
                  <a:cubicBezTo>
                    <a:pt x="257351" y="199693"/>
                    <a:pt x="199693" y="257351"/>
                    <a:pt x="128675" y="257351"/>
                  </a:cubicBezTo>
                  <a:lnTo>
                    <a:pt x="128675" y="257351"/>
                  </a:lnTo>
                  <a:cubicBezTo>
                    <a:pt x="57658" y="257351"/>
                    <a:pt x="0" y="199693"/>
                    <a:pt x="0" y="128675"/>
                  </a:cubicBezTo>
                  <a:lnTo>
                    <a:pt x="0" y="128675"/>
                  </a:lnTo>
                  <a:cubicBezTo>
                    <a:pt x="0" y="57658"/>
                    <a:pt x="57658" y="0"/>
                    <a:pt x="128675" y="0"/>
                  </a:cubicBezTo>
                  <a:close/>
                </a:path>
              </a:pathLst>
            </a:custGeom>
            <a:solidFill>
              <a:srgbClr val="4A5C6A">
                <a:alpha val="50196"/>
              </a:srgbClr>
            </a:solidFill>
            <a:ln/>
          </p:spPr>
        </p:sp>
        <p:sp>
          <p:nvSpPr>
            <p:cNvPr id="44" name="Text 17">
              <a:extLst>
                <a:ext uri="{FF2B5EF4-FFF2-40B4-BE49-F238E27FC236}">
                  <a16:creationId xmlns:a16="http://schemas.microsoft.com/office/drawing/2014/main" id="{D1F967C0-EB0A-3B4A-B2F2-BA40FDDF4D69}"/>
                </a:ext>
              </a:extLst>
            </p:cNvPr>
            <p:cNvSpPr/>
            <p:nvPr/>
          </p:nvSpPr>
          <p:spPr>
            <a:xfrm>
              <a:off x="1059562" y="3729578"/>
              <a:ext cx="4937921" cy="2251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40" b="1" dirty="0">
                  <a:solidFill>
                    <a:srgbClr val="E8E8E8"/>
                  </a:solidFill>
                  <a:latin typeface="Liter" pitchFamily="34" charset="0"/>
                </a:rPr>
                <a:t>Session Duration</a:t>
              </a:r>
              <a:endParaRPr lang="en-US" sz="1600" dirty="0"/>
            </a:p>
          </p:txBody>
        </p:sp>
        <p:sp>
          <p:nvSpPr>
            <p:cNvPr id="45" name="Text 18">
              <a:extLst>
                <a:ext uri="{FF2B5EF4-FFF2-40B4-BE49-F238E27FC236}">
                  <a16:creationId xmlns:a16="http://schemas.microsoft.com/office/drawing/2014/main" id="{FB6B4CC8-02D8-F4A8-B4E6-3BE364865FE5}"/>
                </a:ext>
              </a:extLst>
            </p:cNvPr>
            <p:cNvSpPr/>
            <p:nvPr/>
          </p:nvSpPr>
          <p:spPr>
            <a:xfrm>
              <a:off x="1030510" y="3852182"/>
              <a:ext cx="4929879" cy="4181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GB" sz="1010" dirty="0">
                  <a:solidFill>
                    <a:srgbClr val="7D8A93"/>
                  </a:solidFill>
                  <a:latin typeface="Quattrocento Sans" panose="020B0502050000020003" pitchFamily="34" charset="0"/>
                </a:rPr>
                <a:t>  Small session duration is insufficient for a standard deep-learning session.</a:t>
              </a:r>
              <a:endParaRPr lang="en-US" sz="1010" dirty="0">
                <a:solidFill>
                  <a:srgbClr val="7D8A93"/>
                </a:solidFill>
                <a:latin typeface="Quattrocento Sans" panose="020B0502050000020003" pitchFamily="34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94FADF3-8736-0CA5-37A0-B808C8A0B9B0}"/>
              </a:ext>
            </a:extLst>
          </p:cNvPr>
          <p:cNvSpPr txBox="1"/>
          <p:nvPr/>
        </p:nvSpPr>
        <p:spPr>
          <a:xfrm>
            <a:off x="500075" y="4660694"/>
            <a:ext cx="1577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rgbClr val="E0B45C"/>
                </a:solidFill>
                <a:latin typeface="Quattrocento Sans" panose="020B0502050000020003" pitchFamily="34" charset="0"/>
              </a:rPr>
              <a:t>4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02" y="497958"/>
            <a:ext cx="65460" cy="392762"/>
          </a:xfrm>
          <a:custGeom>
            <a:avLst/>
            <a:gdLst/>
            <a:ahLst/>
            <a:cxnLst/>
            <a:rect l="l" t="t" r="r" b="b"/>
            <a:pathLst>
              <a:path w="65460" h="392762">
                <a:moveTo>
                  <a:pt x="0" y="0"/>
                </a:moveTo>
                <a:lnTo>
                  <a:pt x="65460" y="0"/>
                </a:lnTo>
                <a:lnTo>
                  <a:pt x="65460" y="392762"/>
                </a:lnTo>
                <a:lnTo>
                  <a:pt x="0" y="392762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490953" y="497958"/>
            <a:ext cx="6366024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9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Requirements Specification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0953" y="988912"/>
            <a:ext cx="11455570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Hardware, Software &amp; User Role Definitions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0576" y="1417677"/>
            <a:ext cx="3705059" cy="5603410"/>
          </a:xfrm>
          <a:custGeom>
            <a:avLst/>
            <a:gdLst/>
            <a:ahLst/>
            <a:cxnLst/>
            <a:rect l="l" t="t" r="r" b="b"/>
            <a:pathLst>
              <a:path w="3705059" h="5603410">
                <a:moveTo>
                  <a:pt x="98184" y="0"/>
                </a:moveTo>
                <a:lnTo>
                  <a:pt x="3606875" y="0"/>
                </a:lnTo>
                <a:cubicBezTo>
                  <a:pt x="3661100" y="0"/>
                  <a:pt x="3705059" y="43959"/>
                  <a:pt x="3705059" y="98184"/>
                </a:cubicBezTo>
                <a:lnTo>
                  <a:pt x="3705059" y="5505226"/>
                </a:lnTo>
                <a:cubicBezTo>
                  <a:pt x="3705059" y="5559452"/>
                  <a:pt x="3661100" y="5603410"/>
                  <a:pt x="3606875" y="5603410"/>
                </a:cubicBezTo>
                <a:lnTo>
                  <a:pt x="98184" y="5603410"/>
                </a:lnTo>
                <a:cubicBezTo>
                  <a:pt x="43959" y="5603410"/>
                  <a:pt x="0" y="5559452"/>
                  <a:pt x="0" y="5505226"/>
                </a:cubicBezTo>
                <a:lnTo>
                  <a:pt x="0" y="98184"/>
                </a:lnTo>
                <a:cubicBezTo>
                  <a:pt x="0" y="43995"/>
                  <a:pt x="43995" y="0"/>
                  <a:pt x="9818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230" y="1617332"/>
            <a:ext cx="458223" cy="458223"/>
          </a:xfrm>
          <a:custGeom>
            <a:avLst/>
            <a:gdLst/>
            <a:ahLst/>
            <a:cxnLst/>
            <a:rect l="l" t="t" r="r" b="b"/>
            <a:pathLst>
              <a:path w="458223" h="458223">
                <a:moveTo>
                  <a:pt x="98193" y="0"/>
                </a:moveTo>
                <a:lnTo>
                  <a:pt x="360030" y="0"/>
                </a:lnTo>
                <a:cubicBezTo>
                  <a:pt x="414261" y="0"/>
                  <a:pt x="458223" y="43962"/>
                  <a:pt x="458223" y="98193"/>
                </a:cubicBezTo>
                <a:lnTo>
                  <a:pt x="458223" y="360030"/>
                </a:lnTo>
                <a:cubicBezTo>
                  <a:pt x="458223" y="414261"/>
                  <a:pt x="414261" y="458223"/>
                  <a:pt x="360030" y="458223"/>
                </a:cubicBezTo>
                <a:lnTo>
                  <a:pt x="98193" y="458223"/>
                </a:lnTo>
                <a:cubicBezTo>
                  <a:pt x="43962" y="458223"/>
                  <a:pt x="0" y="414261"/>
                  <a:pt x="0" y="360030"/>
                </a:cubicBezTo>
                <a:lnTo>
                  <a:pt x="0" y="98193"/>
                </a:lnTo>
                <a:cubicBezTo>
                  <a:pt x="0" y="43962"/>
                  <a:pt x="43962" y="0"/>
                  <a:pt x="9819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3424" y="1748253"/>
            <a:ext cx="171834" cy="196381"/>
          </a:xfrm>
          <a:custGeom>
            <a:avLst/>
            <a:gdLst/>
            <a:ahLst/>
            <a:cxnLst/>
            <a:rect l="l" t="t" r="r" b="b"/>
            <a:pathLst>
              <a:path w="171834" h="196381">
                <a:moveTo>
                  <a:pt x="24548" y="12274"/>
                </a:moveTo>
                <a:cubicBezTo>
                  <a:pt x="11008" y="12274"/>
                  <a:pt x="0" y="23282"/>
                  <a:pt x="0" y="36821"/>
                </a:cubicBezTo>
                <a:lnTo>
                  <a:pt x="0" y="61369"/>
                </a:lnTo>
                <a:cubicBezTo>
                  <a:pt x="0" y="74909"/>
                  <a:pt x="11008" y="85917"/>
                  <a:pt x="24548" y="85917"/>
                </a:cubicBezTo>
                <a:lnTo>
                  <a:pt x="147286" y="85917"/>
                </a:lnTo>
                <a:cubicBezTo>
                  <a:pt x="160825" y="85917"/>
                  <a:pt x="171834" y="74909"/>
                  <a:pt x="171834" y="61369"/>
                </a:cubicBezTo>
                <a:lnTo>
                  <a:pt x="171834" y="36821"/>
                </a:lnTo>
                <a:cubicBezTo>
                  <a:pt x="171834" y="23282"/>
                  <a:pt x="160825" y="12274"/>
                  <a:pt x="147286" y="12274"/>
                </a:cubicBezTo>
                <a:lnTo>
                  <a:pt x="24548" y="12274"/>
                </a:lnTo>
                <a:close/>
                <a:moveTo>
                  <a:pt x="107396" y="39890"/>
                </a:moveTo>
                <a:cubicBezTo>
                  <a:pt x="112477" y="39890"/>
                  <a:pt x="116601" y="44015"/>
                  <a:pt x="116601" y="49095"/>
                </a:cubicBezTo>
                <a:cubicBezTo>
                  <a:pt x="116601" y="54176"/>
                  <a:pt x="112477" y="58301"/>
                  <a:pt x="107396" y="58301"/>
                </a:cubicBezTo>
                <a:cubicBezTo>
                  <a:pt x="102315" y="58301"/>
                  <a:pt x="98191" y="54176"/>
                  <a:pt x="98191" y="49095"/>
                </a:cubicBezTo>
                <a:cubicBezTo>
                  <a:pt x="98191" y="44015"/>
                  <a:pt x="102315" y="39890"/>
                  <a:pt x="107396" y="39890"/>
                </a:cubicBezTo>
                <a:close/>
                <a:moveTo>
                  <a:pt x="128875" y="49095"/>
                </a:moveTo>
                <a:cubicBezTo>
                  <a:pt x="128875" y="44015"/>
                  <a:pt x="133000" y="39890"/>
                  <a:pt x="138081" y="39890"/>
                </a:cubicBezTo>
                <a:cubicBezTo>
                  <a:pt x="143161" y="39890"/>
                  <a:pt x="147286" y="44015"/>
                  <a:pt x="147286" y="49095"/>
                </a:cubicBezTo>
                <a:cubicBezTo>
                  <a:pt x="147286" y="54176"/>
                  <a:pt x="143161" y="58301"/>
                  <a:pt x="138081" y="58301"/>
                </a:cubicBezTo>
                <a:cubicBezTo>
                  <a:pt x="133000" y="58301"/>
                  <a:pt x="128875" y="54176"/>
                  <a:pt x="128875" y="49095"/>
                </a:cubicBezTo>
                <a:close/>
                <a:moveTo>
                  <a:pt x="24548" y="110464"/>
                </a:moveTo>
                <a:cubicBezTo>
                  <a:pt x="11008" y="110464"/>
                  <a:pt x="0" y="121473"/>
                  <a:pt x="0" y="135012"/>
                </a:cubicBezTo>
                <a:lnTo>
                  <a:pt x="0" y="159560"/>
                </a:lnTo>
                <a:cubicBezTo>
                  <a:pt x="0" y="173099"/>
                  <a:pt x="11008" y="184107"/>
                  <a:pt x="24548" y="184107"/>
                </a:cubicBezTo>
                <a:lnTo>
                  <a:pt x="147286" y="184107"/>
                </a:lnTo>
                <a:cubicBezTo>
                  <a:pt x="160825" y="184107"/>
                  <a:pt x="171834" y="173099"/>
                  <a:pt x="171834" y="159560"/>
                </a:cubicBezTo>
                <a:lnTo>
                  <a:pt x="171834" y="135012"/>
                </a:lnTo>
                <a:cubicBezTo>
                  <a:pt x="171834" y="121473"/>
                  <a:pt x="160825" y="110464"/>
                  <a:pt x="147286" y="110464"/>
                </a:cubicBezTo>
                <a:lnTo>
                  <a:pt x="24548" y="110464"/>
                </a:lnTo>
                <a:close/>
                <a:moveTo>
                  <a:pt x="107396" y="138081"/>
                </a:moveTo>
                <a:cubicBezTo>
                  <a:pt x="112477" y="138081"/>
                  <a:pt x="116601" y="142205"/>
                  <a:pt x="116601" y="147286"/>
                </a:cubicBezTo>
                <a:cubicBezTo>
                  <a:pt x="116601" y="152366"/>
                  <a:pt x="112477" y="156491"/>
                  <a:pt x="107396" y="156491"/>
                </a:cubicBezTo>
                <a:cubicBezTo>
                  <a:pt x="102315" y="156491"/>
                  <a:pt x="98191" y="152366"/>
                  <a:pt x="98191" y="147286"/>
                </a:cubicBezTo>
                <a:cubicBezTo>
                  <a:pt x="98191" y="142205"/>
                  <a:pt x="102315" y="138081"/>
                  <a:pt x="107396" y="138081"/>
                </a:cubicBezTo>
                <a:close/>
                <a:moveTo>
                  <a:pt x="128875" y="147286"/>
                </a:moveTo>
                <a:cubicBezTo>
                  <a:pt x="128875" y="142205"/>
                  <a:pt x="133000" y="138081"/>
                  <a:pt x="138081" y="138081"/>
                </a:cubicBezTo>
                <a:cubicBezTo>
                  <a:pt x="143161" y="138081"/>
                  <a:pt x="147286" y="142205"/>
                  <a:pt x="147286" y="147286"/>
                </a:cubicBezTo>
                <a:cubicBezTo>
                  <a:pt x="147286" y="152366"/>
                  <a:pt x="143161" y="156491"/>
                  <a:pt x="138081" y="156491"/>
                </a:cubicBezTo>
                <a:cubicBezTo>
                  <a:pt x="133000" y="156491"/>
                  <a:pt x="128875" y="152366"/>
                  <a:pt x="128875" y="147286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8" name="Text 6"/>
          <p:cNvSpPr/>
          <p:nvPr/>
        </p:nvSpPr>
        <p:spPr>
          <a:xfrm>
            <a:off x="1086643" y="1715522"/>
            <a:ext cx="2749336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( for deployment) 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229" y="2239206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77516" y="2419222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45004" y="6137"/>
                </a:moveTo>
                <a:cubicBezTo>
                  <a:pt x="45004" y="2736"/>
                  <a:pt x="42268" y="0"/>
                  <a:pt x="38867" y="0"/>
                </a:cubicBezTo>
                <a:cubicBezTo>
                  <a:pt x="35466" y="0"/>
                  <a:pt x="32730" y="2736"/>
                  <a:pt x="32730" y="6137"/>
                </a:cubicBezTo>
                <a:lnTo>
                  <a:pt x="32730" y="16365"/>
                </a:lnTo>
                <a:cubicBezTo>
                  <a:pt x="23704" y="16365"/>
                  <a:pt x="16365" y="23704"/>
                  <a:pt x="16365" y="32730"/>
                </a:cubicBezTo>
                <a:lnTo>
                  <a:pt x="6137" y="32730"/>
                </a:lnTo>
                <a:cubicBezTo>
                  <a:pt x="2736" y="32730"/>
                  <a:pt x="0" y="35466"/>
                  <a:pt x="0" y="38867"/>
                </a:cubicBezTo>
                <a:cubicBezTo>
                  <a:pt x="0" y="42268"/>
                  <a:pt x="2736" y="45004"/>
                  <a:pt x="6137" y="45004"/>
                </a:cubicBezTo>
                <a:lnTo>
                  <a:pt x="16365" y="45004"/>
                </a:lnTo>
                <a:lnTo>
                  <a:pt x="16365" y="59323"/>
                </a:lnTo>
                <a:lnTo>
                  <a:pt x="6137" y="59323"/>
                </a:lnTo>
                <a:cubicBezTo>
                  <a:pt x="2736" y="59323"/>
                  <a:pt x="0" y="62060"/>
                  <a:pt x="0" y="65460"/>
                </a:cubicBezTo>
                <a:cubicBezTo>
                  <a:pt x="0" y="68861"/>
                  <a:pt x="2736" y="71597"/>
                  <a:pt x="6137" y="71597"/>
                </a:cubicBezTo>
                <a:lnTo>
                  <a:pt x="16365" y="71597"/>
                </a:lnTo>
                <a:lnTo>
                  <a:pt x="16365" y="85917"/>
                </a:lnTo>
                <a:lnTo>
                  <a:pt x="6137" y="85917"/>
                </a:lnTo>
                <a:cubicBezTo>
                  <a:pt x="2736" y="85917"/>
                  <a:pt x="0" y="88653"/>
                  <a:pt x="0" y="92054"/>
                </a:cubicBezTo>
                <a:cubicBezTo>
                  <a:pt x="0" y="95455"/>
                  <a:pt x="2736" y="98191"/>
                  <a:pt x="6137" y="98191"/>
                </a:cubicBezTo>
                <a:lnTo>
                  <a:pt x="16365" y="98191"/>
                </a:lnTo>
                <a:cubicBezTo>
                  <a:pt x="16365" y="107217"/>
                  <a:pt x="23704" y="114556"/>
                  <a:pt x="32730" y="114556"/>
                </a:cubicBezTo>
                <a:lnTo>
                  <a:pt x="32730" y="124784"/>
                </a:lnTo>
                <a:cubicBezTo>
                  <a:pt x="32730" y="128185"/>
                  <a:pt x="35466" y="130921"/>
                  <a:pt x="38867" y="130921"/>
                </a:cubicBezTo>
                <a:cubicBezTo>
                  <a:pt x="42268" y="130921"/>
                  <a:pt x="45004" y="128185"/>
                  <a:pt x="45004" y="124784"/>
                </a:cubicBezTo>
                <a:lnTo>
                  <a:pt x="45004" y="114556"/>
                </a:lnTo>
                <a:lnTo>
                  <a:pt x="59323" y="114556"/>
                </a:lnTo>
                <a:lnTo>
                  <a:pt x="59323" y="124784"/>
                </a:lnTo>
                <a:cubicBezTo>
                  <a:pt x="59323" y="128185"/>
                  <a:pt x="62060" y="130921"/>
                  <a:pt x="65460" y="130921"/>
                </a:cubicBezTo>
                <a:cubicBezTo>
                  <a:pt x="68861" y="130921"/>
                  <a:pt x="71597" y="128185"/>
                  <a:pt x="71597" y="124784"/>
                </a:cubicBezTo>
                <a:lnTo>
                  <a:pt x="71597" y="114556"/>
                </a:lnTo>
                <a:lnTo>
                  <a:pt x="85917" y="114556"/>
                </a:lnTo>
                <a:lnTo>
                  <a:pt x="85917" y="124784"/>
                </a:lnTo>
                <a:cubicBezTo>
                  <a:pt x="85917" y="128185"/>
                  <a:pt x="88653" y="130921"/>
                  <a:pt x="92054" y="130921"/>
                </a:cubicBezTo>
                <a:cubicBezTo>
                  <a:pt x="95455" y="130921"/>
                  <a:pt x="98191" y="128185"/>
                  <a:pt x="98191" y="124784"/>
                </a:cubicBezTo>
                <a:lnTo>
                  <a:pt x="98191" y="114556"/>
                </a:lnTo>
                <a:cubicBezTo>
                  <a:pt x="107217" y="114556"/>
                  <a:pt x="114556" y="107217"/>
                  <a:pt x="114556" y="98191"/>
                </a:cubicBezTo>
                <a:lnTo>
                  <a:pt x="124784" y="98191"/>
                </a:lnTo>
                <a:cubicBezTo>
                  <a:pt x="128185" y="98191"/>
                  <a:pt x="130921" y="95455"/>
                  <a:pt x="130921" y="92054"/>
                </a:cubicBezTo>
                <a:cubicBezTo>
                  <a:pt x="130921" y="88653"/>
                  <a:pt x="128185" y="85917"/>
                  <a:pt x="124784" y="85917"/>
                </a:cubicBezTo>
                <a:lnTo>
                  <a:pt x="114556" y="85917"/>
                </a:lnTo>
                <a:lnTo>
                  <a:pt x="114556" y="71597"/>
                </a:lnTo>
                <a:lnTo>
                  <a:pt x="124784" y="71597"/>
                </a:lnTo>
                <a:cubicBezTo>
                  <a:pt x="128185" y="71597"/>
                  <a:pt x="130921" y="68861"/>
                  <a:pt x="130921" y="65460"/>
                </a:cubicBezTo>
                <a:cubicBezTo>
                  <a:pt x="130921" y="62060"/>
                  <a:pt x="128185" y="59323"/>
                  <a:pt x="124784" y="59323"/>
                </a:cubicBezTo>
                <a:lnTo>
                  <a:pt x="114556" y="59323"/>
                </a:lnTo>
                <a:lnTo>
                  <a:pt x="114556" y="45004"/>
                </a:lnTo>
                <a:lnTo>
                  <a:pt x="124784" y="45004"/>
                </a:lnTo>
                <a:cubicBezTo>
                  <a:pt x="128185" y="45004"/>
                  <a:pt x="130921" y="42268"/>
                  <a:pt x="130921" y="38867"/>
                </a:cubicBezTo>
                <a:cubicBezTo>
                  <a:pt x="130921" y="35466"/>
                  <a:pt x="128185" y="32730"/>
                  <a:pt x="124784" y="32730"/>
                </a:cubicBezTo>
                <a:lnTo>
                  <a:pt x="114556" y="32730"/>
                </a:lnTo>
                <a:cubicBezTo>
                  <a:pt x="114556" y="23704"/>
                  <a:pt x="107217" y="16365"/>
                  <a:pt x="98191" y="16365"/>
                </a:cubicBezTo>
                <a:lnTo>
                  <a:pt x="98191" y="6137"/>
                </a:lnTo>
                <a:cubicBezTo>
                  <a:pt x="98191" y="2736"/>
                  <a:pt x="95455" y="0"/>
                  <a:pt x="92054" y="0"/>
                </a:cubicBezTo>
                <a:cubicBezTo>
                  <a:pt x="88653" y="0"/>
                  <a:pt x="85917" y="2736"/>
                  <a:pt x="85917" y="6137"/>
                </a:cubicBezTo>
                <a:lnTo>
                  <a:pt x="85917" y="16365"/>
                </a:lnTo>
                <a:lnTo>
                  <a:pt x="71597" y="16365"/>
                </a:lnTo>
                <a:lnTo>
                  <a:pt x="71597" y="6137"/>
                </a:lnTo>
                <a:cubicBezTo>
                  <a:pt x="71597" y="2736"/>
                  <a:pt x="68861" y="0"/>
                  <a:pt x="65460" y="0"/>
                </a:cubicBezTo>
                <a:cubicBezTo>
                  <a:pt x="62060" y="0"/>
                  <a:pt x="59323" y="2736"/>
                  <a:pt x="59323" y="6137"/>
                </a:cubicBezTo>
                <a:lnTo>
                  <a:pt x="59323" y="16365"/>
                </a:lnTo>
                <a:lnTo>
                  <a:pt x="45004" y="16365"/>
                </a:lnTo>
                <a:lnTo>
                  <a:pt x="45004" y="6137"/>
                </a:lnTo>
                <a:close/>
                <a:moveTo>
                  <a:pt x="40913" y="32730"/>
                </a:moveTo>
                <a:lnTo>
                  <a:pt x="90008" y="32730"/>
                </a:lnTo>
                <a:cubicBezTo>
                  <a:pt x="94534" y="32730"/>
                  <a:pt x="98191" y="36387"/>
                  <a:pt x="98191" y="40913"/>
                </a:cubicBezTo>
                <a:lnTo>
                  <a:pt x="98191" y="90008"/>
                </a:lnTo>
                <a:cubicBezTo>
                  <a:pt x="98191" y="94534"/>
                  <a:pt x="94534" y="98191"/>
                  <a:pt x="90008" y="98191"/>
                </a:cubicBezTo>
                <a:lnTo>
                  <a:pt x="40913" y="98191"/>
                </a:lnTo>
                <a:cubicBezTo>
                  <a:pt x="36387" y="98191"/>
                  <a:pt x="32730" y="94534"/>
                  <a:pt x="32730" y="90008"/>
                </a:cubicBezTo>
                <a:lnTo>
                  <a:pt x="32730" y="40913"/>
                </a:lnTo>
                <a:cubicBezTo>
                  <a:pt x="32730" y="36387"/>
                  <a:pt x="36387" y="32730"/>
                  <a:pt x="40913" y="32730"/>
                </a:cubicBezTo>
                <a:close/>
                <a:moveTo>
                  <a:pt x="45004" y="45004"/>
                </a:moveTo>
                <a:lnTo>
                  <a:pt x="45004" y="85917"/>
                </a:lnTo>
                <a:lnTo>
                  <a:pt x="85917" y="85917"/>
                </a:lnTo>
                <a:lnTo>
                  <a:pt x="85917" y="45004"/>
                </a:lnTo>
                <a:lnTo>
                  <a:pt x="45004" y="45004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1" name="Text 9"/>
          <p:cNvSpPr/>
          <p:nvPr/>
        </p:nvSpPr>
        <p:spPr>
          <a:xfrm>
            <a:off x="922993" y="2370127"/>
            <a:ext cx="10882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Platform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151" y="2664699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Ubuntu Server 22.04 LTS (64-bit)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229" y="3122922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77516" y="3302938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16365" y="16365"/>
                </a:moveTo>
                <a:cubicBezTo>
                  <a:pt x="7339" y="16365"/>
                  <a:pt x="0" y="23704"/>
                  <a:pt x="0" y="32730"/>
                </a:cubicBezTo>
                <a:lnTo>
                  <a:pt x="0" y="34622"/>
                </a:lnTo>
                <a:cubicBezTo>
                  <a:pt x="0" y="36361"/>
                  <a:pt x="1125" y="37844"/>
                  <a:pt x="2583" y="38790"/>
                </a:cubicBezTo>
                <a:cubicBezTo>
                  <a:pt x="5958" y="40989"/>
                  <a:pt x="8183" y="44774"/>
                  <a:pt x="8183" y="49095"/>
                </a:cubicBezTo>
                <a:cubicBezTo>
                  <a:pt x="8183" y="53417"/>
                  <a:pt x="5958" y="57201"/>
                  <a:pt x="2583" y="59400"/>
                </a:cubicBezTo>
                <a:cubicBezTo>
                  <a:pt x="1125" y="60346"/>
                  <a:pt x="0" y="61829"/>
                  <a:pt x="0" y="63568"/>
                </a:cubicBezTo>
                <a:lnTo>
                  <a:pt x="0" y="77734"/>
                </a:lnTo>
                <a:lnTo>
                  <a:pt x="130921" y="77734"/>
                </a:lnTo>
                <a:lnTo>
                  <a:pt x="130921" y="63568"/>
                </a:lnTo>
                <a:cubicBezTo>
                  <a:pt x="130921" y="61829"/>
                  <a:pt x="129796" y="60346"/>
                  <a:pt x="128338" y="59400"/>
                </a:cubicBezTo>
                <a:cubicBezTo>
                  <a:pt x="124963" y="57201"/>
                  <a:pt x="122738" y="53417"/>
                  <a:pt x="122738" y="49095"/>
                </a:cubicBezTo>
                <a:cubicBezTo>
                  <a:pt x="122738" y="44774"/>
                  <a:pt x="124963" y="40989"/>
                  <a:pt x="128338" y="38790"/>
                </a:cubicBezTo>
                <a:cubicBezTo>
                  <a:pt x="129796" y="37844"/>
                  <a:pt x="130921" y="36361"/>
                  <a:pt x="130921" y="34622"/>
                </a:cubicBezTo>
                <a:lnTo>
                  <a:pt x="130921" y="32730"/>
                </a:lnTo>
                <a:cubicBezTo>
                  <a:pt x="130921" y="23704"/>
                  <a:pt x="123582" y="16365"/>
                  <a:pt x="114556" y="16365"/>
                </a:cubicBezTo>
                <a:lnTo>
                  <a:pt x="16365" y="16365"/>
                </a:lnTo>
                <a:close/>
                <a:moveTo>
                  <a:pt x="130921" y="106373"/>
                </a:moveTo>
                <a:lnTo>
                  <a:pt x="130921" y="90008"/>
                </a:lnTo>
                <a:lnTo>
                  <a:pt x="0" y="90008"/>
                </a:lnTo>
                <a:lnTo>
                  <a:pt x="0" y="106373"/>
                </a:lnTo>
                <a:cubicBezTo>
                  <a:pt x="0" y="110899"/>
                  <a:pt x="3657" y="114556"/>
                  <a:pt x="8183" y="114556"/>
                </a:cubicBezTo>
                <a:lnTo>
                  <a:pt x="24548" y="114556"/>
                </a:lnTo>
                <a:lnTo>
                  <a:pt x="24548" y="108419"/>
                </a:lnTo>
                <a:cubicBezTo>
                  <a:pt x="24548" y="105018"/>
                  <a:pt x="27284" y="102282"/>
                  <a:pt x="30685" y="102282"/>
                </a:cubicBezTo>
                <a:cubicBezTo>
                  <a:pt x="34085" y="102282"/>
                  <a:pt x="36821" y="105018"/>
                  <a:pt x="36821" y="108419"/>
                </a:cubicBezTo>
                <a:lnTo>
                  <a:pt x="36821" y="114556"/>
                </a:lnTo>
                <a:lnTo>
                  <a:pt x="59323" y="114556"/>
                </a:lnTo>
                <a:lnTo>
                  <a:pt x="59323" y="108419"/>
                </a:lnTo>
                <a:cubicBezTo>
                  <a:pt x="59323" y="105018"/>
                  <a:pt x="62060" y="102282"/>
                  <a:pt x="65460" y="102282"/>
                </a:cubicBezTo>
                <a:cubicBezTo>
                  <a:pt x="68861" y="102282"/>
                  <a:pt x="71597" y="105018"/>
                  <a:pt x="71597" y="108419"/>
                </a:cubicBezTo>
                <a:lnTo>
                  <a:pt x="71597" y="114556"/>
                </a:lnTo>
                <a:lnTo>
                  <a:pt x="94099" y="114556"/>
                </a:lnTo>
                <a:lnTo>
                  <a:pt x="94099" y="108419"/>
                </a:lnTo>
                <a:cubicBezTo>
                  <a:pt x="94099" y="105018"/>
                  <a:pt x="96835" y="102282"/>
                  <a:pt x="100236" y="102282"/>
                </a:cubicBezTo>
                <a:cubicBezTo>
                  <a:pt x="103637" y="102282"/>
                  <a:pt x="106373" y="105018"/>
                  <a:pt x="106373" y="108419"/>
                </a:cubicBezTo>
                <a:lnTo>
                  <a:pt x="106373" y="114556"/>
                </a:lnTo>
                <a:lnTo>
                  <a:pt x="122738" y="114556"/>
                </a:lnTo>
                <a:cubicBezTo>
                  <a:pt x="127264" y="114556"/>
                  <a:pt x="130921" y="110899"/>
                  <a:pt x="130921" y="106373"/>
                </a:cubicBezTo>
                <a:close/>
                <a:moveTo>
                  <a:pt x="40913" y="40913"/>
                </a:moveTo>
                <a:lnTo>
                  <a:pt x="40913" y="57278"/>
                </a:lnTo>
                <a:cubicBezTo>
                  <a:pt x="40913" y="61804"/>
                  <a:pt x="37256" y="65460"/>
                  <a:pt x="32730" y="65460"/>
                </a:cubicBezTo>
                <a:cubicBezTo>
                  <a:pt x="28204" y="65460"/>
                  <a:pt x="24548" y="61804"/>
                  <a:pt x="24548" y="57278"/>
                </a:cubicBezTo>
                <a:lnTo>
                  <a:pt x="24548" y="40913"/>
                </a:lnTo>
                <a:cubicBezTo>
                  <a:pt x="24548" y="36387"/>
                  <a:pt x="28204" y="32730"/>
                  <a:pt x="32730" y="32730"/>
                </a:cubicBezTo>
                <a:cubicBezTo>
                  <a:pt x="37256" y="32730"/>
                  <a:pt x="40913" y="36387"/>
                  <a:pt x="40913" y="40913"/>
                </a:cubicBezTo>
                <a:close/>
                <a:moveTo>
                  <a:pt x="73643" y="40913"/>
                </a:moveTo>
                <a:lnTo>
                  <a:pt x="73643" y="57278"/>
                </a:lnTo>
                <a:cubicBezTo>
                  <a:pt x="73643" y="61804"/>
                  <a:pt x="69986" y="65460"/>
                  <a:pt x="65460" y="65460"/>
                </a:cubicBezTo>
                <a:cubicBezTo>
                  <a:pt x="60934" y="65460"/>
                  <a:pt x="57278" y="61804"/>
                  <a:pt x="57278" y="57278"/>
                </a:cubicBezTo>
                <a:lnTo>
                  <a:pt x="57278" y="40913"/>
                </a:lnTo>
                <a:cubicBezTo>
                  <a:pt x="57278" y="36387"/>
                  <a:pt x="60934" y="32730"/>
                  <a:pt x="65460" y="32730"/>
                </a:cubicBezTo>
                <a:cubicBezTo>
                  <a:pt x="69986" y="32730"/>
                  <a:pt x="73643" y="36387"/>
                  <a:pt x="73643" y="40913"/>
                </a:cubicBezTo>
                <a:close/>
                <a:moveTo>
                  <a:pt x="106373" y="40913"/>
                </a:moveTo>
                <a:lnTo>
                  <a:pt x="106373" y="57278"/>
                </a:lnTo>
                <a:cubicBezTo>
                  <a:pt x="106373" y="61804"/>
                  <a:pt x="102717" y="65460"/>
                  <a:pt x="98191" y="65460"/>
                </a:cubicBezTo>
                <a:cubicBezTo>
                  <a:pt x="93665" y="65460"/>
                  <a:pt x="90008" y="61804"/>
                  <a:pt x="90008" y="57278"/>
                </a:cubicBezTo>
                <a:lnTo>
                  <a:pt x="90008" y="40913"/>
                </a:lnTo>
                <a:cubicBezTo>
                  <a:pt x="90008" y="36387"/>
                  <a:pt x="93665" y="32730"/>
                  <a:pt x="98191" y="32730"/>
                </a:cubicBezTo>
                <a:cubicBezTo>
                  <a:pt x="102717" y="32730"/>
                  <a:pt x="106373" y="36387"/>
                  <a:pt x="106373" y="40913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5" name="Text 13"/>
          <p:cNvSpPr/>
          <p:nvPr/>
        </p:nvSpPr>
        <p:spPr>
          <a:xfrm>
            <a:off x="922992" y="3253842"/>
            <a:ext cx="39276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1151" y="3548414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8GB Minimum, 16GB Recommended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229" y="4006637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85698" y="4186653"/>
            <a:ext cx="114556" cy="130921"/>
          </a:xfrm>
          <a:custGeom>
            <a:avLst/>
            <a:gdLst/>
            <a:ahLst/>
            <a:cxnLst/>
            <a:rect l="l" t="t" r="r" b="b"/>
            <a:pathLst>
              <a:path w="114556" h="130921">
                <a:moveTo>
                  <a:pt x="16365" y="8183"/>
                </a:moveTo>
                <a:cubicBezTo>
                  <a:pt x="7339" y="8183"/>
                  <a:pt x="0" y="15521"/>
                  <a:pt x="0" y="24548"/>
                </a:cubicBezTo>
                <a:lnTo>
                  <a:pt x="0" y="66509"/>
                </a:lnTo>
                <a:cubicBezTo>
                  <a:pt x="4628" y="63261"/>
                  <a:pt x="10279" y="61369"/>
                  <a:pt x="16365" y="61369"/>
                </a:cubicBezTo>
                <a:lnTo>
                  <a:pt x="98191" y="61369"/>
                </a:lnTo>
                <a:cubicBezTo>
                  <a:pt x="104276" y="61369"/>
                  <a:pt x="109927" y="63261"/>
                  <a:pt x="114556" y="66509"/>
                </a:cubicBezTo>
                <a:lnTo>
                  <a:pt x="114556" y="24548"/>
                </a:lnTo>
                <a:cubicBezTo>
                  <a:pt x="114556" y="15521"/>
                  <a:pt x="107217" y="8183"/>
                  <a:pt x="98191" y="8183"/>
                </a:cubicBezTo>
                <a:lnTo>
                  <a:pt x="16365" y="8183"/>
                </a:lnTo>
                <a:close/>
                <a:moveTo>
                  <a:pt x="114556" y="90008"/>
                </a:moveTo>
                <a:cubicBezTo>
                  <a:pt x="114556" y="80982"/>
                  <a:pt x="107217" y="73643"/>
                  <a:pt x="98191" y="73643"/>
                </a:cubicBezTo>
                <a:lnTo>
                  <a:pt x="16365" y="73643"/>
                </a:lnTo>
                <a:cubicBezTo>
                  <a:pt x="7339" y="73643"/>
                  <a:pt x="0" y="80982"/>
                  <a:pt x="0" y="90008"/>
                </a:cubicBezTo>
                <a:lnTo>
                  <a:pt x="0" y="106373"/>
                </a:lnTo>
                <a:cubicBezTo>
                  <a:pt x="0" y="115400"/>
                  <a:pt x="7339" y="122738"/>
                  <a:pt x="16365" y="122738"/>
                </a:cubicBezTo>
                <a:lnTo>
                  <a:pt x="98191" y="122738"/>
                </a:lnTo>
                <a:cubicBezTo>
                  <a:pt x="107217" y="122738"/>
                  <a:pt x="114556" y="115400"/>
                  <a:pt x="114556" y="106373"/>
                </a:cubicBezTo>
                <a:lnTo>
                  <a:pt x="114556" y="90008"/>
                </a:lnTo>
                <a:close/>
                <a:moveTo>
                  <a:pt x="57278" y="98191"/>
                </a:moveTo>
                <a:cubicBezTo>
                  <a:pt x="57278" y="93675"/>
                  <a:pt x="60944" y="90008"/>
                  <a:pt x="65460" y="90008"/>
                </a:cubicBezTo>
                <a:cubicBezTo>
                  <a:pt x="69976" y="90008"/>
                  <a:pt x="73643" y="93675"/>
                  <a:pt x="73643" y="98191"/>
                </a:cubicBezTo>
                <a:cubicBezTo>
                  <a:pt x="73643" y="102707"/>
                  <a:pt x="69976" y="106373"/>
                  <a:pt x="65460" y="106373"/>
                </a:cubicBezTo>
                <a:cubicBezTo>
                  <a:pt x="60944" y="106373"/>
                  <a:pt x="57278" y="102707"/>
                  <a:pt x="57278" y="98191"/>
                </a:cubicBezTo>
                <a:close/>
                <a:moveTo>
                  <a:pt x="90008" y="90008"/>
                </a:moveTo>
                <a:cubicBezTo>
                  <a:pt x="94524" y="90008"/>
                  <a:pt x="98191" y="93675"/>
                  <a:pt x="98191" y="98191"/>
                </a:cubicBezTo>
                <a:cubicBezTo>
                  <a:pt x="98191" y="102707"/>
                  <a:pt x="94524" y="106373"/>
                  <a:pt x="90008" y="106373"/>
                </a:cubicBezTo>
                <a:cubicBezTo>
                  <a:pt x="85492" y="106373"/>
                  <a:pt x="81826" y="102707"/>
                  <a:pt x="81826" y="98191"/>
                </a:cubicBezTo>
                <a:cubicBezTo>
                  <a:pt x="81826" y="93675"/>
                  <a:pt x="85492" y="90008"/>
                  <a:pt x="90008" y="90008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9" name="Text 17"/>
          <p:cNvSpPr/>
          <p:nvPr/>
        </p:nvSpPr>
        <p:spPr>
          <a:xfrm>
            <a:off x="922992" y="4137558"/>
            <a:ext cx="589144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1151" y="4432130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100GB SSD for OS + Media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229" y="4890352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69333" y="5070369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63415" y="22502"/>
                </a:moveTo>
                <a:lnTo>
                  <a:pt x="83871" y="22502"/>
                </a:lnTo>
                <a:lnTo>
                  <a:pt x="83871" y="34776"/>
                </a:lnTo>
                <a:lnTo>
                  <a:pt x="63415" y="34776"/>
                </a:lnTo>
                <a:lnTo>
                  <a:pt x="63415" y="22502"/>
                </a:lnTo>
                <a:close/>
                <a:moveTo>
                  <a:pt x="61369" y="8183"/>
                </a:moveTo>
                <a:cubicBezTo>
                  <a:pt x="54593" y="8183"/>
                  <a:pt x="49095" y="13680"/>
                  <a:pt x="49095" y="20456"/>
                </a:cubicBezTo>
                <a:lnTo>
                  <a:pt x="49095" y="36821"/>
                </a:lnTo>
                <a:cubicBezTo>
                  <a:pt x="49095" y="43598"/>
                  <a:pt x="54593" y="49095"/>
                  <a:pt x="61369" y="49095"/>
                </a:cubicBezTo>
                <a:lnTo>
                  <a:pt x="65460" y="49095"/>
                </a:lnTo>
                <a:lnTo>
                  <a:pt x="65460" y="57278"/>
                </a:lnTo>
                <a:lnTo>
                  <a:pt x="8183" y="57278"/>
                </a:lnTo>
                <a:cubicBezTo>
                  <a:pt x="3657" y="57278"/>
                  <a:pt x="0" y="60934"/>
                  <a:pt x="0" y="65460"/>
                </a:cubicBezTo>
                <a:cubicBezTo>
                  <a:pt x="0" y="69986"/>
                  <a:pt x="3657" y="73643"/>
                  <a:pt x="8183" y="73643"/>
                </a:cubicBezTo>
                <a:lnTo>
                  <a:pt x="32730" y="73643"/>
                </a:lnTo>
                <a:lnTo>
                  <a:pt x="32730" y="81826"/>
                </a:lnTo>
                <a:lnTo>
                  <a:pt x="28639" y="81826"/>
                </a:lnTo>
                <a:cubicBezTo>
                  <a:pt x="21863" y="81826"/>
                  <a:pt x="16365" y="87323"/>
                  <a:pt x="16365" y="94099"/>
                </a:cubicBezTo>
                <a:lnTo>
                  <a:pt x="16365" y="110464"/>
                </a:lnTo>
                <a:cubicBezTo>
                  <a:pt x="16365" y="117241"/>
                  <a:pt x="21863" y="122738"/>
                  <a:pt x="28639" y="122738"/>
                </a:cubicBezTo>
                <a:lnTo>
                  <a:pt x="53187" y="122738"/>
                </a:lnTo>
                <a:cubicBezTo>
                  <a:pt x="59963" y="122738"/>
                  <a:pt x="65460" y="117241"/>
                  <a:pt x="65460" y="110464"/>
                </a:cubicBezTo>
                <a:lnTo>
                  <a:pt x="65460" y="94099"/>
                </a:lnTo>
                <a:cubicBezTo>
                  <a:pt x="65460" y="87323"/>
                  <a:pt x="59963" y="81826"/>
                  <a:pt x="53187" y="81826"/>
                </a:cubicBezTo>
                <a:lnTo>
                  <a:pt x="49095" y="81826"/>
                </a:lnTo>
                <a:lnTo>
                  <a:pt x="49095" y="73643"/>
                </a:lnTo>
                <a:lnTo>
                  <a:pt x="98191" y="73643"/>
                </a:lnTo>
                <a:lnTo>
                  <a:pt x="98191" y="81826"/>
                </a:lnTo>
                <a:lnTo>
                  <a:pt x="94099" y="81826"/>
                </a:lnTo>
                <a:cubicBezTo>
                  <a:pt x="87323" y="81826"/>
                  <a:pt x="81826" y="87323"/>
                  <a:pt x="81826" y="94099"/>
                </a:cubicBezTo>
                <a:lnTo>
                  <a:pt x="81826" y="110464"/>
                </a:lnTo>
                <a:cubicBezTo>
                  <a:pt x="81826" y="117241"/>
                  <a:pt x="87323" y="122738"/>
                  <a:pt x="94099" y="122738"/>
                </a:cubicBezTo>
                <a:lnTo>
                  <a:pt x="118647" y="122738"/>
                </a:lnTo>
                <a:cubicBezTo>
                  <a:pt x="125423" y="122738"/>
                  <a:pt x="130921" y="117241"/>
                  <a:pt x="130921" y="110464"/>
                </a:cubicBezTo>
                <a:lnTo>
                  <a:pt x="130921" y="94099"/>
                </a:lnTo>
                <a:cubicBezTo>
                  <a:pt x="130921" y="87323"/>
                  <a:pt x="125423" y="81826"/>
                  <a:pt x="118647" y="81826"/>
                </a:cubicBezTo>
                <a:lnTo>
                  <a:pt x="114556" y="81826"/>
                </a:lnTo>
                <a:lnTo>
                  <a:pt x="114556" y="73643"/>
                </a:lnTo>
                <a:lnTo>
                  <a:pt x="139103" y="73643"/>
                </a:lnTo>
                <a:cubicBezTo>
                  <a:pt x="143629" y="73643"/>
                  <a:pt x="147286" y="69986"/>
                  <a:pt x="147286" y="65460"/>
                </a:cubicBezTo>
                <a:cubicBezTo>
                  <a:pt x="147286" y="60934"/>
                  <a:pt x="143629" y="57278"/>
                  <a:pt x="139103" y="57278"/>
                </a:cubicBezTo>
                <a:lnTo>
                  <a:pt x="81826" y="57278"/>
                </a:lnTo>
                <a:lnTo>
                  <a:pt x="81826" y="49095"/>
                </a:lnTo>
                <a:lnTo>
                  <a:pt x="85917" y="49095"/>
                </a:lnTo>
                <a:cubicBezTo>
                  <a:pt x="92693" y="49095"/>
                  <a:pt x="98191" y="43598"/>
                  <a:pt x="98191" y="36821"/>
                </a:cubicBezTo>
                <a:lnTo>
                  <a:pt x="98191" y="20456"/>
                </a:lnTo>
                <a:cubicBezTo>
                  <a:pt x="98191" y="13680"/>
                  <a:pt x="92693" y="8183"/>
                  <a:pt x="85917" y="8183"/>
                </a:cubicBezTo>
                <a:lnTo>
                  <a:pt x="61369" y="8183"/>
                </a:lnTo>
                <a:close/>
                <a:moveTo>
                  <a:pt x="114556" y="96145"/>
                </a:moveTo>
                <a:lnTo>
                  <a:pt x="116601" y="96145"/>
                </a:lnTo>
                <a:lnTo>
                  <a:pt x="116601" y="108419"/>
                </a:lnTo>
                <a:lnTo>
                  <a:pt x="96145" y="108419"/>
                </a:lnTo>
                <a:lnTo>
                  <a:pt x="96145" y="96145"/>
                </a:lnTo>
                <a:lnTo>
                  <a:pt x="114556" y="96145"/>
                </a:lnTo>
                <a:close/>
                <a:moveTo>
                  <a:pt x="49095" y="96145"/>
                </a:moveTo>
                <a:lnTo>
                  <a:pt x="51141" y="96145"/>
                </a:lnTo>
                <a:lnTo>
                  <a:pt x="51141" y="108419"/>
                </a:lnTo>
                <a:lnTo>
                  <a:pt x="30685" y="108419"/>
                </a:lnTo>
                <a:lnTo>
                  <a:pt x="30685" y="96145"/>
                </a:lnTo>
                <a:lnTo>
                  <a:pt x="49095" y="96145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3" name="Text 21"/>
          <p:cNvSpPr/>
          <p:nvPr/>
        </p:nvSpPr>
        <p:spPr>
          <a:xfrm>
            <a:off x="922992" y="5021273"/>
            <a:ext cx="630056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1151" y="5315845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1Gbps Ethernet, Static IP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1221" y="1417677"/>
            <a:ext cx="3705059" cy="5603410"/>
          </a:xfrm>
          <a:custGeom>
            <a:avLst/>
            <a:gdLst/>
            <a:ahLst/>
            <a:cxnLst/>
            <a:rect l="l" t="t" r="r" b="b"/>
            <a:pathLst>
              <a:path w="3705059" h="5603410">
                <a:moveTo>
                  <a:pt x="98184" y="0"/>
                </a:moveTo>
                <a:lnTo>
                  <a:pt x="3606875" y="0"/>
                </a:lnTo>
                <a:cubicBezTo>
                  <a:pt x="3661100" y="0"/>
                  <a:pt x="3705059" y="43959"/>
                  <a:pt x="3705059" y="98184"/>
                </a:cubicBezTo>
                <a:lnTo>
                  <a:pt x="3705059" y="5505226"/>
                </a:lnTo>
                <a:cubicBezTo>
                  <a:pt x="3705059" y="5559452"/>
                  <a:pt x="3661100" y="5603410"/>
                  <a:pt x="3606875" y="5603410"/>
                </a:cubicBezTo>
                <a:lnTo>
                  <a:pt x="98184" y="5603410"/>
                </a:lnTo>
                <a:cubicBezTo>
                  <a:pt x="43959" y="5603410"/>
                  <a:pt x="0" y="5559452"/>
                  <a:pt x="0" y="5505226"/>
                </a:cubicBezTo>
                <a:lnTo>
                  <a:pt x="0" y="98184"/>
                </a:lnTo>
                <a:cubicBezTo>
                  <a:pt x="0" y="43995"/>
                  <a:pt x="43995" y="0"/>
                  <a:pt x="9818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40876" y="1617332"/>
            <a:ext cx="458223" cy="458223"/>
          </a:xfrm>
          <a:custGeom>
            <a:avLst/>
            <a:gdLst/>
            <a:ahLst/>
            <a:cxnLst/>
            <a:rect l="l" t="t" r="r" b="b"/>
            <a:pathLst>
              <a:path w="458223" h="458223">
                <a:moveTo>
                  <a:pt x="98193" y="0"/>
                </a:moveTo>
                <a:lnTo>
                  <a:pt x="360030" y="0"/>
                </a:lnTo>
                <a:cubicBezTo>
                  <a:pt x="414261" y="0"/>
                  <a:pt x="458223" y="43962"/>
                  <a:pt x="458223" y="98193"/>
                </a:cubicBezTo>
                <a:lnTo>
                  <a:pt x="458223" y="360030"/>
                </a:lnTo>
                <a:cubicBezTo>
                  <a:pt x="458223" y="414261"/>
                  <a:pt x="414261" y="458223"/>
                  <a:pt x="360030" y="458223"/>
                </a:cubicBezTo>
                <a:lnTo>
                  <a:pt x="98193" y="458223"/>
                </a:lnTo>
                <a:cubicBezTo>
                  <a:pt x="43962" y="458223"/>
                  <a:pt x="0" y="414261"/>
                  <a:pt x="0" y="360030"/>
                </a:cubicBezTo>
                <a:lnTo>
                  <a:pt x="0" y="98193"/>
                </a:lnTo>
                <a:cubicBezTo>
                  <a:pt x="0" y="43962"/>
                  <a:pt x="43962" y="0"/>
                  <a:pt x="9819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59523" y="1748253"/>
            <a:ext cx="220929" cy="196381"/>
          </a:xfrm>
          <a:custGeom>
            <a:avLst/>
            <a:gdLst/>
            <a:ahLst/>
            <a:cxnLst/>
            <a:rect l="l" t="t" r="r" b="b"/>
            <a:pathLst>
              <a:path w="220929" h="196381">
                <a:moveTo>
                  <a:pt x="138387" y="460"/>
                </a:moveTo>
                <a:cubicBezTo>
                  <a:pt x="131867" y="-1419"/>
                  <a:pt x="125078" y="2378"/>
                  <a:pt x="123199" y="8899"/>
                </a:cubicBezTo>
                <a:lnTo>
                  <a:pt x="74103" y="180732"/>
                </a:lnTo>
                <a:cubicBezTo>
                  <a:pt x="72224" y="187253"/>
                  <a:pt x="76021" y="194042"/>
                  <a:pt x="82541" y="195921"/>
                </a:cubicBezTo>
                <a:cubicBezTo>
                  <a:pt x="89062" y="197800"/>
                  <a:pt x="95851" y="194003"/>
                  <a:pt x="97730" y="187483"/>
                </a:cubicBezTo>
                <a:lnTo>
                  <a:pt x="146826" y="15649"/>
                </a:lnTo>
                <a:cubicBezTo>
                  <a:pt x="148705" y="9129"/>
                  <a:pt x="144908" y="2340"/>
                  <a:pt x="138387" y="460"/>
                </a:cubicBezTo>
                <a:close/>
                <a:moveTo>
                  <a:pt x="163165" y="52662"/>
                </a:moveTo>
                <a:cubicBezTo>
                  <a:pt x="158371" y="57457"/>
                  <a:pt x="158371" y="65243"/>
                  <a:pt x="163165" y="70038"/>
                </a:cubicBezTo>
                <a:lnTo>
                  <a:pt x="191318" y="98191"/>
                </a:lnTo>
                <a:lnTo>
                  <a:pt x="163165" y="126344"/>
                </a:lnTo>
                <a:cubicBezTo>
                  <a:pt x="158371" y="131138"/>
                  <a:pt x="158371" y="138924"/>
                  <a:pt x="163165" y="143719"/>
                </a:cubicBezTo>
                <a:cubicBezTo>
                  <a:pt x="167960" y="148513"/>
                  <a:pt x="175746" y="148513"/>
                  <a:pt x="180540" y="143719"/>
                </a:cubicBezTo>
                <a:lnTo>
                  <a:pt x="217362" y="106897"/>
                </a:lnTo>
                <a:cubicBezTo>
                  <a:pt x="222156" y="102103"/>
                  <a:pt x="222156" y="94317"/>
                  <a:pt x="217362" y="89522"/>
                </a:cubicBezTo>
                <a:lnTo>
                  <a:pt x="180540" y="52701"/>
                </a:lnTo>
                <a:cubicBezTo>
                  <a:pt x="175746" y="47906"/>
                  <a:pt x="167960" y="47906"/>
                  <a:pt x="163165" y="52701"/>
                </a:cubicBezTo>
                <a:close/>
                <a:moveTo>
                  <a:pt x="57802" y="52662"/>
                </a:moveTo>
                <a:cubicBezTo>
                  <a:pt x="53008" y="47868"/>
                  <a:pt x="45221" y="47868"/>
                  <a:pt x="40427" y="52662"/>
                </a:cubicBezTo>
                <a:lnTo>
                  <a:pt x="3605" y="89484"/>
                </a:lnTo>
                <a:cubicBezTo>
                  <a:pt x="-1189" y="94278"/>
                  <a:pt x="-1189" y="102065"/>
                  <a:pt x="3605" y="106859"/>
                </a:cubicBezTo>
                <a:lnTo>
                  <a:pt x="40427" y="143680"/>
                </a:lnTo>
                <a:cubicBezTo>
                  <a:pt x="45221" y="148475"/>
                  <a:pt x="53008" y="148475"/>
                  <a:pt x="57802" y="143680"/>
                </a:cubicBezTo>
                <a:cubicBezTo>
                  <a:pt x="62597" y="138886"/>
                  <a:pt x="62597" y="131100"/>
                  <a:pt x="57802" y="126305"/>
                </a:cubicBezTo>
                <a:lnTo>
                  <a:pt x="29649" y="98191"/>
                </a:lnTo>
                <a:lnTo>
                  <a:pt x="57764" y="70038"/>
                </a:lnTo>
                <a:cubicBezTo>
                  <a:pt x="62558" y="65243"/>
                  <a:pt x="62558" y="57457"/>
                  <a:pt x="57764" y="52662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8" name="Text 26"/>
          <p:cNvSpPr/>
          <p:nvPr/>
        </p:nvSpPr>
        <p:spPr>
          <a:xfrm>
            <a:off x="4997288" y="1715522"/>
            <a:ext cx="1354744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E8E8E8"/>
                </a:solidFill>
                <a:latin typeface="Liter" pitchFamily="34" charset="0"/>
              </a:rPr>
              <a:t>Technologies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0875" y="2239206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1797" y="2419222"/>
            <a:ext cx="163651" cy="130921"/>
          </a:xfrm>
          <a:custGeom>
            <a:avLst/>
            <a:gdLst/>
            <a:ahLst/>
            <a:cxnLst/>
            <a:rect l="l" t="t" r="r" b="b"/>
            <a:pathLst>
              <a:path w="163651" h="130921">
                <a:moveTo>
                  <a:pt x="89471" y="60423"/>
                </a:moveTo>
                <a:lnTo>
                  <a:pt x="72569" y="60423"/>
                </a:lnTo>
                <a:lnTo>
                  <a:pt x="72569" y="45234"/>
                </a:lnTo>
                <a:lnTo>
                  <a:pt x="89471" y="45234"/>
                </a:lnTo>
                <a:lnTo>
                  <a:pt x="89471" y="60423"/>
                </a:lnTo>
                <a:close/>
                <a:moveTo>
                  <a:pt x="89471" y="8183"/>
                </a:moveTo>
                <a:lnTo>
                  <a:pt x="72569" y="8183"/>
                </a:lnTo>
                <a:lnTo>
                  <a:pt x="72569" y="23704"/>
                </a:lnTo>
                <a:lnTo>
                  <a:pt x="89471" y="23704"/>
                </a:lnTo>
                <a:lnTo>
                  <a:pt x="89471" y="8183"/>
                </a:lnTo>
                <a:close/>
                <a:moveTo>
                  <a:pt x="109467" y="45209"/>
                </a:moveTo>
                <a:lnTo>
                  <a:pt x="92565" y="45209"/>
                </a:lnTo>
                <a:lnTo>
                  <a:pt x="92565" y="60397"/>
                </a:lnTo>
                <a:lnTo>
                  <a:pt x="109467" y="60397"/>
                </a:lnTo>
                <a:lnTo>
                  <a:pt x="109467" y="45209"/>
                </a:lnTo>
                <a:close/>
                <a:moveTo>
                  <a:pt x="69501" y="26772"/>
                </a:moveTo>
                <a:lnTo>
                  <a:pt x="52598" y="26772"/>
                </a:lnTo>
                <a:lnTo>
                  <a:pt x="52598" y="42140"/>
                </a:lnTo>
                <a:lnTo>
                  <a:pt x="69501" y="42140"/>
                </a:lnTo>
                <a:lnTo>
                  <a:pt x="69501" y="26772"/>
                </a:lnTo>
                <a:close/>
                <a:moveTo>
                  <a:pt x="89471" y="26772"/>
                </a:moveTo>
                <a:lnTo>
                  <a:pt x="72569" y="26772"/>
                </a:lnTo>
                <a:lnTo>
                  <a:pt x="72569" y="42140"/>
                </a:lnTo>
                <a:lnTo>
                  <a:pt x="89471" y="42140"/>
                </a:lnTo>
                <a:lnTo>
                  <a:pt x="89471" y="26772"/>
                </a:lnTo>
                <a:close/>
                <a:moveTo>
                  <a:pt x="160250" y="52343"/>
                </a:moveTo>
                <a:cubicBezTo>
                  <a:pt x="156568" y="49862"/>
                  <a:pt x="148079" y="48967"/>
                  <a:pt x="141558" y="50195"/>
                </a:cubicBezTo>
                <a:cubicBezTo>
                  <a:pt x="140714" y="44058"/>
                  <a:pt x="137288" y="38714"/>
                  <a:pt x="131049" y="33906"/>
                </a:cubicBezTo>
                <a:lnTo>
                  <a:pt x="127469" y="31528"/>
                </a:lnTo>
                <a:lnTo>
                  <a:pt x="125091" y="35108"/>
                </a:lnTo>
                <a:cubicBezTo>
                  <a:pt x="120386" y="42217"/>
                  <a:pt x="119107" y="53928"/>
                  <a:pt x="124145" y="61650"/>
                </a:cubicBezTo>
                <a:cubicBezTo>
                  <a:pt x="121920" y="62852"/>
                  <a:pt x="117547" y="64489"/>
                  <a:pt x="111769" y="64386"/>
                </a:cubicBezTo>
                <a:lnTo>
                  <a:pt x="614" y="64386"/>
                </a:lnTo>
                <a:cubicBezTo>
                  <a:pt x="-1611" y="77376"/>
                  <a:pt x="2097" y="94253"/>
                  <a:pt x="11865" y="105836"/>
                </a:cubicBezTo>
                <a:cubicBezTo>
                  <a:pt x="21351" y="117062"/>
                  <a:pt x="35569" y="122764"/>
                  <a:pt x="54158" y="122764"/>
                </a:cubicBezTo>
                <a:cubicBezTo>
                  <a:pt x="94406" y="122764"/>
                  <a:pt x="124196" y="104225"/>
                  <a:pt x="138132" y="70549"/>
                </a:cubicBezTo>
                <a:cubicBezTo>
                  <a:pt x="143604" y="70651"/>
                  <a:pt x="155417" y="70574"/>
                  <a:pt x="161478" y="58991"/>
                </a:cubicBezTo>
                <a:cubicBezTo>
                  <a:pt x="161861" y="58352"/>
                  <a:pt x="163165" y="55616"/>
                  <a:pt x="163651" y="54619"/>
                </a:cubicBezTo>
                <a:lnTo>
                  <a:pt x="160250" y="52343"/>
                </a:lnTo>
                <a:close/>
                <a:moveTo>
                  <a:pt x="29559" y="45209"/>
                </a:moveTo>
                <a:lnTo>
                  <a:pt x="12683" y="45209"/>
                </a:lnTo>
                <a:lnTo>
                  <a:pt x="12683" y="60397"/>
                </a:lnTo>
                <a:lnTo>
                  <a:pt x="29585" y="60397"/>
                </a:lnTo>
                <a:lnTo>
                  <a:pt x="29585" y="45209"/>
                </a:lnTo>
                <a:lnTo>
                  <a:pt x="29559" y="45209"/>
                </a:lnTo>
                <a:close/>
                <a:moveTo>
                  <a:pt x="49530" y="45209"/>
                </a:moveTo>
                <a:lnTo>
                  <a:pt x="32628" y="45209"/>
                </a:lnTo>
                <a:lnTo>
                  <a:pt x="32628" y="60397"/>
                </a:lnTo>
                <a:lnTo>
                  <a:pt x="49530" y="60397"/>
                </a:lnTo>
                <a:lnTo>
                  <a:pt x="49530" y="45209"/>
                </a:lnTo>
                <a:close/>
                <a:moveTo>
                  <a:pt x="69501" y="45209"/>
                </a:moveTo>
                <a:lnTo>
                  <a:pt x="52598" y="45209"/>
                </a:lnTo>
                <a:lnTo>
                  <a:pt x="52598" y="60397"/>
                </a:lnTo>
                <a:lnTo>
                  <a:pt x="69501" y="60397"/>
                </a:lnTo>
                <a:lnTo>
                  <a:pt x="69501" y="45209"/>
                </a:lnTo>
                <a:close/>
                <a:moveTo>
                  <a:pt x="49530" y="26772"/>
                </a:moveTo>
                <a:lnTo>
                  <a:pt x="32628" y="26772"/>
                </a:lnTo>
                <a:lnTo>
                  <a:pt x="32628" y="42140"/>
                </a:lnTo>
                <a:lnTo>
                  <a:pt x="49530" y="42140"/>
                </a:lnTo>
                <a:lnTo>
                  <a:pt x="49530" y="26772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1" name="Text 29"/>
          <p:cNvSpPr/>
          <p:nvPr/>
        </p:nvSpPr>
        <p:spPr>
          <a:xfrm>
            <a:off x="4833637" y="2370127"/>
            <a:ext cx="949176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24.0+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1797" y="2664699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orchestration &amp; deployment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40875" y="3122922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4527" y="3302938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71035" y="80010"/>
                </a:moveTo>
                <a:cubicBezTo>
                  <a:pt x="73541" y="78297"/>
                  <a:pt x="77018" y="76814"/>
                  <a:pt x="77018" y="76814"/>
                </a:cubicBezTo>
                <a:cubicBezTo>
                  <a:pt x="77018" y="76814"/>
                  <a:pt x="67122" y="78604"/>
                  <a:pt x="57278" y="79422"/>
                </a:cubicBezTo>
                <a:cubicBezTo>
                  <a:pt x="45234" y="80419"/>
                  <a:pt x="32296" y="80624"/>
                  <a:pt x="25801" y="79754"/>
                </a:cubicBezTo>
                <a:cubicBezTo>
                  <a:pt x="10433" y="77709"/>
                  <a:pt x="34239" y="72058"/>
                  <a:pt x="34239" y="72058"/>
                </a:cubicBezTo>
                <a:cubicBezTo>
                  <a:pt x="34239" y="72058"/>
                  <a:pt x="25008" y="71444"/>
                  <a:pt x="13629" y="76916"/>
                </a:cubicBezTo>
                <a:cubicBezTo>
                  <a:pt x="205" y="83411"/>
                  <a:pt x="46871" y="86377"/>
                  <a:pt x="71035" y="80010"/>
                </a:cubicBezTo>
                <a:close/>
                <a:moveTo>
                  <a:pt x="49198" y="71802"/>
                </a:moveTo>
                <a:cubicBezTo>
                  <a:pt x="44339" y="60883"/>
                  <a:pt x="27949" y="51294"/>
                  <a:pt x="49198" y="34520"/>
                </a:cubicBezTo>
                <a:cubicBezTo>
                  <a:pt x="75714" y="13603"/>
                  <a:pt x="62111" y="0"/>
                  <a:pt x="62111" y="0"/>
                </a:cubicBezTo>
                <a:cubicBezTo>
                  <a:pt x="67608" y="21607"/>
                  <a:pt x="42779" y="28153"/>
                  <a:pt x="33804" y="41578"/>
                </a:cubicBezTo>
                <a:cubicBezTo>
                  <a:pt x="27693" y="50757"/>
                  <a:pt x="36796" y="60602"/>
                  <a:pt x="49198" y="71802"/>
                </a:cubicBezTo>
                <a:close/>
                <a:moveTo>
                  <a:pt x="78501" y="26747"/>
                </a:moveTo>
                <a:cubicBezTo>
                  <a:pt x="78527" y="26747"/>
                  <a:pt x="33702" y="37947"/>
                  <a:pt x="55104" y="62597"/>
                </a:cubicBezTo>
                <a:cubicBezTo>
                  <a:pt x="61420" y="69859"/>
                  <a:pt x="53442" y="76405"/>
                  <a:pt x="53442" y="76405"/>
                </a:cubicBezTo>
                <a:cubicBezTo>
                  <a:pt x="53442" y="76405"/>
                  <a:pt x="69475" y="68120"/>
                  <a:pt x="62111" y="57764"/>
                </a:cubicBezTo>
                <a:cubicBezTo>
                  <a:pt x="55232" y="48098"/>
                  <a:pt x="49965" y="43291"/>
                  <a:pt x="78501" y="26747"/>
                </a:cubicBezTo>
                <a:close/>
                <a:moveTo>
                  <a:pt x="76942" y="95915"/>
                </a:moveTo>
                <a:cubicBezTo>
                  <a:pt x="76814" y="96171"/>
                  <a:pt x="76635" y="96375"/>
                  <a:pt x="76430" y="96580"/>
                </a:cubicBezTo>
                <a:cubicBezTo>
                  <a:pt x="109237" y="87962"/>
                  <a:pt x="97168" y="66176"/>
                  <a:pt x="81493" y="71700"/>
                </a:cubicBezTo>
                <a:cubicBezTo>
                  <a:pt x="80649" y="72006"/>
                  <a:pt x="79908" y="72569"/>
                  <a:pt x="79396" y="73311"/>
                </a:cubicBezTo>
                <a:cubicBezTo>
                  <a:pt x="80317" y="72978"/>
                  <a:pt x="81263" y="72722"/>
                  <a:pt x="82209" y="72543"/>
                </a:cubicBezTo>
                <a:cubicBezTo>
                  <a:pt x="90136" y="70881"/>
                  <a:pt x="101515" y="83155"/>
                  <a:pt x="76942" y="95915"/>
                </a:cubicBezTo>
                <a:close/>
                <a:moveTo>
                  <a:pt x="88985" y="111845"/>
                </a:moveTo>
                <a:cubicBezTo>
                  <a:pt x="88985" y="111845"/>
                  <a:pt x="92693" y="114888"/>
                  <a:pt x="84920" y="117266"/>
                </a:cubicBezTo>
                <a:cubicBezTo>
                  <a:pt x="70114" y="121741"/>
                  <a:pt x="23346" y="123096"/>
                  <a:pt x="10356" y="117445"/>
                </a:cubicBezTo>
                <a:cubicBezTo>
                  <a:pt x="5677" y="115425"/>
                  <a:pt x="14447" y="112587"/>
                  <a:pt x="17209" y="111999"/>
                </a:cubicBezTo>
                <a:cubicBezTo>
                  <a:pt x="20073" y="111385"/>
                  <a:pt x="21735" y="111487"/>
                  <a:pt x="21735" y="111487"/>
                </a:cubicBezTo>
                <a:cubicBezTo>
                  <a:pt x="16544" y="107831"/>
                  <a:pt x="-11839" y="118673"/>
                  <a:pt x="7313" y="121767"/>
                </a:cubicBezTo>
                <a:cubicBezTo>
                  <a:pt x="59528" y="130256"/>
                  <a:pt x="102538" y="117957"/>
                  <a:pt x="88985" y="111845"/>
                </a:cubicBezTo>
                <a:close/>
                <a:moveTo>
                  <a:pt x="31835" y="101259"/>
                </a:moveTo>
                <a:cubicBezTo>
                  <a:pt x="11711" y="106885"/>
                  <a:pt x="44083" y="118494"/>
                  <a:pt x="69705" y="107524"/>
                </a:cubicBezTo>
                <a:cubicBezTo>
                  <a:pt x="67199" y="106552"/>
                  <a:pt x="64796" y="105376"/>
                  <a:pt x="62494" y="103995"/>
                </a:cubicBezTo>
                <a:cubicBezTo>
                  <a:pt x="51064" y="106169"/>
                  <a:pt x="45771" y="106322"/>
                  <a:pt x="35390" y="105146"/>
                </a:cubicBezTo>
                <a:cubicBezTo>
                  <a:pt x="26823" y="104174"/>
                  <a:pt x="31835" y="101259"/>
                  <a:pt x="31835" y="101259"/>
                </a:cubicBezTo>
                <a:close/>
                <a:moveTo>
                  <a:pt x="77811" y="126114"/>
                </a:moveTo>
                <a:cubicBezTo>
                  <a:pt x="57687" y="129898"/>
                  <a:pt x="32858" y="129463"/>
                  <a:pt x="18155" y="127034"/>
                </a:cubicBezTo>
                <a:cubicBezTo>
                  <a:pt x="18155" y="127009"/>
                  <a:pt x="21172" y="129514"/>
                  <a:pt x="36668" y="130512"/>
                </a:cubicBezTo>
                <a:cubicBezTo>
                  <a:pt x="60244" y="132020"/>
                  <a:pt x="96452" y="129668"/>
                  <a:pt x="97296" y="118519"/>
                </a:cubicBezTo>
                <a:cubicBezTo>
                  <a:pt x="97296" y="118519"/>
                  <a:pt x="95659" y="122738"/>
                  <a:pt x="77811" y="126114"/>
                </a:cubicBezTo>
                <a:close/>
                <a:moveTo>
                  <a:pt x="66662" y="90264"/>
                </a:moveTo>
                <a:cubicBezTo>
                  <a:pt x="51524" y="93179"/>
                  <a:pt x="42754" y="93102"/>
                  <a:pt x="31682" y="91951"/>
                </a:cubicBezTo>
                <a:cubicBezTo>
                  <a:pt x="23116" y="91056"/>
                  <a:pt x="28716" y="86914"/>
                  <a:pt x="28716" y="86914"/>
                </a:cubicBezTo>
                <a:cubicBezTo>
                  <a:pt x="6520" y="94278"/>
                  <a:pt x="41041" y="102614"/>
                  <a:pt x="72058" y="93537"/>
                </a:cubicBezTo>
                <a:cubicBezTo>
                  <a:pt x="70063" y="92821"/>
                  <a:pt x="68222" y="91721"/>
                  <a:pt x="66662" y="90264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5" name="Text 33"/>
          <p:cNvSpPr/>
          <p:nvPr/>
        </p:nvSpPr>
        <p:spPr>
          <a:xfrm>
            <a:off x="4833637" y="3253842"/>
            <a:ext cx="8264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17 LTS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1797" y="3548414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environment for Spring Boot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40875" y="4006637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88162" y="4186653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120514" y="1713"/>
                </a:moveTo>
                <a:cubicBezTo>
                  <a:pt x="122150" y="153"/>
                  <a:pt x="124528" y="-409"/>
                  <a:pt x="126727" y="307"/>
                </a:cubicBezTo>
                <a:cubicBezTo>
                  <a:pt x="129233" y="1151"/>
                  <a:pt x="130921" y="3503"/>
                  <a:pt x="130921" y="6137"/>
                </a:cubicBezTo>
                <a:lnTo>
                  <a:pt x="130921" y="53928"/>
                </a:lnTo>
                <a:cubicBezTo>
                  <a:pt x="130921" y="87477"/>
                  <a:pt x="103279" y="114556"/>
                  <a:pt x="69859" y="114556"/>
                </a:cubicBezTo>
                <a:cubicBezTo>
                  <a:pt x="50169" y="114556"/>
                  <a:pt x="33190" y="101898"/>
                  <a:pt x="27028" y="84204"/>
                </a:cubicBezTo>
                <a:cubicBezTo>
                  <a:pt x="17976" y="92079"/>
                  <a:pt x="12274" y="103663"/>
                  <a:pt x="12274" y="116601"/>
                </a:cubicBezTo>
                <a:cubicBezTo>
                  <a:pt x="12274" y="120002"/>
                  <a:pt x="9538" y="122738"/>
                  <a:pt x="6137" y="122738"/>
                </a:cubicBezTo>
                <a:cubicBezTo>
                  <a:pt x="2736" y="122738"/>
                  <a:pt x="0" y="120002"/>
                  <a:pt x="0" y="116601"/>
                </a:cubicBezTo>
                <a:cubicBezTo>
                  <a:pt x="0" y="97449"/>
                  <a:pt x="9768" y="80573"/>
                  <a:pt x="24573" y="70651"/>
                </a:cubicBezTo>
                <a:cubicBezTo>
                  <a:pt x="33600" y="64617"/>
                  <a:pt x="44365" y="61369"/>
                  <a:pt x="55232" y="61369"/>
                </a:cubicBezTo>
                <a:lnTo>
                  <a:pt x="75689" y="61369"/>
                </a:lnTo>
                <a:cubicBezTo>
                  <a:pt x="79089" y="61369"/>
                  <a:pt x="81826" y="58633"/>
                  <a:pt x="81826" y="55232"/>
                </a:cubicBezTo>
                <a:cubicBezTo>
                  <a:pt x="81826" y="51831"/>
                  <a:pt x="79089" y="49095"/>
                  <a:pt x="75689" y="49095"/>
                </a:cubicBezTo>
                <a:lnTo>
                  <a:pt x="55232" y="49095"/>
                </a:lnTo>
                <a:cubicBezTo>
                  <a:pt x="45081" y="49095"/>
                  <a:pt x="35466" y="51346"/>
                  <a:pt x="26849" y="55360"/>
                </a:cubicBezTo>
                <a:cubicBezTo>
                  <a:pt x="32807" y="37461"/>
                  <a:pt x="49658" y="24548"/>
                  <a:pt x="69552" y="24548"/>
                </a:cubicBezTo>
                <a:cubicBezTo>
                  <a:pt x="86530" y="24548"/>
                  <a:pt x="99162" y="18897"/>
                  <a:pt x="107575" y="13297"/>
                </a:cubicBezTo>
                <a:cubicBezTo>
                  <a:pt x="112484" y="10024"/>
                  <a:pt x="116652" y="6111"/>
                  <a:pt x="120539" y="1713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9" name="Text 37"/>
          <p:cNvSpPr/>
          <p:nvPr/>
        </p:nvSpPr>
        <p:spPr>
          <a:xfrm>
            <a:off x="4833637" y="4137558"/>
            <a:ext cx="1071914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 3.2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71797" y="4432130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framework with WebFlux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40875" y="4890352"/>
            <a:ext cx="3305750" cy="752795"/>
          </a:xfrm>
          <a:custGeom>
            <a:avLst/>
            <a:gdLst/>
            <a:ahLst/>
            <a:cxnLst/>
            <a:rect l="l" t="t" r="r" b="b"/>
            <a:pathLst>
              <a:path w="3305750" h="752795">
                <a:moveTo>
                  <a:pt x="65463" y="0"/>
                </a:moveTo>
                <a:lnTo>
                  <a:pt x="3240287" y="0"/>
                </a:lnTo>
                <a:cubicBezTo>
                  <a:pt x="3276442" y="0"/>
                  <a:pt x="3305750" y="29309"/>
                  <a:pt x="3305750" y="65463"/>
                </a:cubicBezTo>
                <a:lnTo>
                  <a:pt x="3305750" y="687332"/>
                </a:lnTo>
                <a:cubicBezTo>
                  <a:pt x="3305750" y="723486"/>
                  <a:pt x="3276442" y="752795"/>
                  <a:pt x="3240287" y="752795"/>
                </a:cubicBezTo>
                <a:lnTo>
                  <a:pt x="65463" y="752795"/>
                </a:lnTo>
                <a:cubicBezTo>
                  <a:pt x="29309" y="752795"/>
                  <a:pt x="0" y="723486"/>
                  <a:pt x="0" y="687332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96343" y="5070369"/>
            <a:ext cx="114556" cy="130921"/>
          </a:xfrm>
          <a:custGeom>
            <a:avLst/>
            <a:gdLst/>
            <a:ahLst/>
            <a:cxnLst/>
            <a:rect l="l" t="t" r="r" b="b"/>
            <a:pathLst>
              <a:path w="114556" h="130921">
                <a:moveTo>
                  <a:pt x="114556" y="52624"/>
                </a:moveTo>
                <a:cubicBezTo>
                  <a:pt x="110771" y="55130"/>
                  <a:pt x="106424" y="57150"/>
                  <a:pt x="101898" y="58761"/>
                </a:cubicBezTo>
                <a:cubicBezTo>
                  <a:pt x="89880" y="63057"/>
                  <a:pt x="74103" y="65460"/>
                  <a:pt x="57278" y="65460"/>
                </a:cubicBezTo>
                <a:cubicBezTo>
                  <a:pt x="40452" y="65460"/>
                  <a:pt x="24650" y="63031"/>
                  <a:pt x="12657" y="58761"/>
                </a:cubicBezTo>
                <a:cubicBezTo>
                  <a:pt x="8157" y="57150"/>
                  <a:pt x="3784" y="55130"/>
                  <a:pt x="0" y="52624"/>
                </a:cubicBezTo>
                <a:lnTo>
                  <a:pt x="0" y="73643"/>
                </a:lnTo>
                <a:cubicBezTo>
                  <a:pt x="0" y="84945"/>
                  <a:pt x="25647" y="94099"/>
                  <a:pt x="57278" y="94099"/>
                </a:cubicBezTo>
                <a:cubicBezTo>
                  <a:pt x="88909" y="94099"/>
                  <a:pt x="114556" y="84945"/>
                  <a:pt x="114556" y="73643"/>
                </a:cubicBezTo>
                <a:lnTo>
                  <a:pt x="114556" y="52624"/>
                </a:lnTo>
                <a:close/>
                <a:moveTo>
                  <a:pt x="114556" y="32730"/>
                </a:moveTo>
                <a:lnTo>
                  <a:pt x="114556" y="20456"/>
                </a:lnTo>
                <a:cubicBezTo>
                  <a:pt x="114556" y="9154"/>
                  <a:pt x="88909" y="0"/>
                  <a:pt x="57278" y="0"/>
                </a:cubicBezTo>
                <a:cubicBezTo>
                  <a:pt x="25647" y="0"/>
                  <a:pt x="0" y="9154"/>
                  <a:pt x="0" y="20456"/>
                </a:cubicBezTo>
                <a:lnTo>
                  <a:pt x="0" y="32730"/>
                </a:lnTo>
                <a:cubicBezTo>
                  <a:pt x="0" y="44032"/>
                  <a:pt x="25647" y="53187"/>
                  <a:pt x="57278" y="53187"/>
                </a:cubicBezTo>
                <a:cubicBezTo>
                  <a:pt x="88909" y="53187"/>
                  <a:pt x="114556" y="44032"/>
                  <a:pt x="114556" y="32730"/>
                </a:cubicBezTo>
                <a:close/>
                <a:moveTo>
                  <a:pt x="101898" y="99674"/>
                </a:moveTo>
                <a:cubicBezTo>
                  <a:pt x="89906" y="103944"/>
                  <a:pt x="74129" y="106373"/>
                  <a:pt x="57278" y="106373"/>
                </a:cubicBezTo>
                <a:cubicBezTo>
                  <a:pt x="40427" y="106373"/>
                  <a:pt x="24650" y="103944"/>
                  <a:pt x="12657" y="99674"/>
                </a:cubicBezTo>
                <a:cubicBezTo>
                  <a:pt x="8157" y="98063"/>
                  <a:pt x="3784" y="96043"/>
                  <a:pt x="0" y="93537"/>
                </a:cubicBezTo>
                <a:lnTo>
                  <a:pt x="0" y="110464"/>
                </a:lnTo>
                <a:cubicBezTo>
                  <a:pt x="0" y="121767"/>
                  <a:pt x="25647" y="130921"/>
                  <a:pt x="57278" y="130921"/>
                </a:cubicBezTo>
                <a:cubicBezTo>
                  <a:pt x="88909" y="130921"/>
                  <a:pt x="114556" y="121767"/>
                  <a:pt x="114556" y="110464"/>
                </a:cubicBezTo>
                <a:lnTo>
                  <a:pt x="114556" y="93537"/>
                </a:lnTo>
                <a:cubicBezTo>
                  <a:pt x="110771" y="96043"/>
                  <a:pt x="106424" y="98063"/>
                  <a:pt x="101898" y="99674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3" name="Text 41"/>
          <p:cNvSpPr/>
          <p:nvPr/>
        </p:nvSpPr>
        <p:spPr>
          <a:xfrm>
            <a:off x="4833638" y="5021273"/>
            <a:ext cx="1031001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15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71797" y="5315845"/>
            <a:ext cx="310936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database via Supabase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51867" y="1417677"/>
            <a:ext cx="3705059" cy="5603410"/>
          </a:xfrm>
          <a:custGeom>
            <a:avLst/>
            <a:gdLst/>
            <a:ahLst/>
            <a:cxnLst/>
            <a:rect l="l" t="t" r="r" b="b"/>
            <a:pathLst>
              <a:path w="3705059" h="5603410">
                <a:moveTo>
                  <a:pt x="98184" y="0"/>
                </a:moveTo>
                <a:lnTo>
                  <a:pt x="3606875" y="0"/>
                </a:lnTo>
                <a:cubicBezTo>
                  <a:pt x="3661100" y="0"/>
                  <a:pt x="3705059" y="43959"/>
                  <a:pt x="3705059" y="98184"/>
                </a:cubicBezTo>
                <a:lnTo>
                  <a:pt x="3705059" y="5505226"/>
                </a:lnTo>
                <a:cubicBezTo>
                  <a:pt x="3705059" y="5559452"/>
                  <a:pt x="3661100" y="5603410"/>
                  <a:pt x="3606875" y="5603410"/>
                </a:cubicBezTo>
                <a:lnTo>
                  <a:pt x="98184" y="5603410"/>
                </a:lnTo>
                <a:cubicBezTo>
                  <a:pt x="43959" y="5603410"/>
                  <a:pt x="0" y="5559452"/>
                  <a:pt x="0" y="5505226"/>
                </a:cubicBezTo>
                <a:lnTo>
                  <a:pt x="0" y="98184"/>
                </a:lnTo>
                <a:cubicBezTo>
                  <a:pt x="0" y="43995"/>
                  <a:pt x="43995" y="0"/>
                  <a:pt x="9818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51521" y="1617332"/>
            <a:ext cx="458223" cy="458223"/>
          </a:xfrm>
          <a:custGeom>
            <a:avLst/>
            <a:gdLst/>
            <a:ahLst/>
            <a:cxnLst/>
            <a:rect l="l" t="t" r="r" b="b"/>
            <a:pathLst>
              <a:path w="458223" h="458223">
                <a:moveTo>
                  <a:pt x="98193" y="0"/>
                </a:moveTo>
                <a:lnTo>
                  <a:pt x="360030" y="0"/>
                </a:lnTo>
                <a:cubicBezTo>
                  <a:pt x="414261" y="0"/>
                  <a:pt x="458223" y="43962"/>
                  <a:pt x="458223" y="98193"/>
                </a:cubicBezTo>
                <a:lnTo>
                  <a:pt x="458223" y="360030"/>
                </a:lnTo>
                <a:cubicBezTo>
                  <a:pt x="458223" y="414261"/>
                  <a:pt x="414261" y="458223"/>
                  <a:pt x="360030" y="458223"/>
                </a:cubicBezTo>
                <a:lnTo>
                  <a:pt x="98193" y="458223"/>
                </a:lnTo>
                <a:cubicBezTo>
                  <a:pt x="43962" y="458223"/>
                  <a:pt x="0" y="414261"/>
                  <a:pt x="0" y="360030"/>
                </a:cubicBezTo>
                <a:lnTo>
                  <a:pt x="0" y="98193"/>
                </a:lnTo>
                <a:cubicBezTo>
                  <a:pt x="0" y="43962"/>
                  <a:pt x="43962" y="0"/>
                  <a:pt x="9819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57894" y="1748253"/>
            <a:ext cx="245477" cy="196381"/>
          </a:xfrm>
          <a:custGeom>
            <a:avLst/>
            <a:gdLst/>
            <a:ahLst/>
            <a:cxnLst/>
            <a:rect l="l" t="t" r="r" b="b"/>
            <a:pathLst>
              <a:path w="245477" h="196381">
                <a:moveTo>
                  <a:pt x="122738" y="6137"/>
                </a:moveTo>
                <a:cubicBezTo>
                  <a:pt x="144754" y="6137"/>
                  <a:pt x="162628" y="24011"/>
                  <a:pt x="162628" y="46027"/>
                </a:cubicBezTo>
                <a:cubicBezTo>
                  <a:pt x="162628" y="68043"/>
                  <a:pt x="144754" y="85917"/>
                  <a:pt x="122738" y="85917"/>
                </a:cubicBezTo>
                <a:cubicBezTo>
                  <a:pt x="100722" y="85917"/>
                  <a:pt x="82848" y="68043"/>
                  <a:pt x="82848" y="46027"/>
                </a:cubicBezTo>
                <a:cubicBezTo>
                  <a:pt x="82848" y="24011"/>
                  <a:pt x="100722" y="6137"/>
                  <a:pt x="122738" y="6137"/>
                </a:cubicBezTo>
                <a:close/>
                <a:moveTo>
                  <a:pt x="36821" y="33753"/>
                </a:moveTo>
                <a:cubicBezTo>
                  <a:pt x="52063" y="33753"/>
                  <a:pt x="64438" y="46127"/>
                  <a:pt x="64438" y="61369"/>
                </a:cubicBezTo>
                <a:cubicBezTo>
                  <a:pt x="64438" y="76611"/>
                  <a:pt x="52063" y="88985"/>
                  <a:pt x="36821" y="88985"/>
                </a:cubicBezTo>
                <a:cubicBezTo>
                  <a:pt x="21580" y="88985"/>
                  <a:pt x="9205" y="76611"/>
                  <a:pt x="9205" y="61369"/>
                </a:cubicBezTo>
                <a:cubicBezTo>
                  <a:pt x="9205" y="46127"/>
                  <a:pt x="21580" y="33753"/>
                  <a:pt x="36821" y="33753"/>
                </a:cubicBezTo>
                <a:close/>
                <a:moveTo>
                  <a:pt x="0" y="159560"/>
                </a:moveTo>
                <a:cubicBezTo>
                  <a:pt x="0" y="132442"/>
                  <a:pt x="21978" y="110464"/>
                  <a:pt x="49095" y="110464"/>
                </a:cubicBezTo>
                <a:cubicBezTo>
                  <a:pt x="54005" y="110464"/>
                  <a:pt x="58761" y="111193"/>
                  <a:pt x="63249" y="112536"/>
                </a:cubicBezTo>
                <a:cubicBezTo>
                  <a:pt x="50630" y="126651"/>
                  <a:pt x="42958" y="145291"/>
                  <a:pt x="42958" y="165697"/>
                </a:cubicBezTo>
                <a:lnTo>
                  <a:pt x="42958" y="171834"/>
                </a:lnTo>
                <a:cubicBezTo>
                  <a:pt x="42958" y="176206"/>
                  <a:pt x="43879" y="180349"/>
                  <a:pt x="45528" y="184107"/>
                </a:cubicBezTo>
                <a:lnTo>
                  <a:pt x="12274" y="184107"/>
                </a:lnTo>
                <a:cubicBezTo>
                  <a:pt x="5485" y="184107"/>
                  <a:pt x="0" y="178623"/>
                  <a:pt x="0" y="171834"/>
                </a:cubicBezTo>
                <a:lnTo>
                  <a:pt x="0" y="159560"/>
                </a:lnTo>
                <a:close/>
                <a:moveTo>
                  <a:pt x="199948" y="184107"/>
                </a:moveTo>
                <a:cubicBezTo>
                  <a:pt x="201598" y="180349"/>
                  <a:pt x="202518" y="176206"/>
                  <a:pt x="202518" y="171834"/>
                </a:cubicBezTo>
                <a:lnTo>
                  <a:pt x="202518" y="165697"/>
                </a:lnTo>
                <a:cubicBezTo>
                  <a:pt x="202518" y="145291"/>
                  <a:pt x="194847" y="126651"/>
                  <a:pt x="182228" y="112536"/>
                </a:cubicBezTo>
                <a:cubicBezTo>
                  <a:pt x="186716" y="111193"/>
                  <a:pt x="191472" y="110464"/>
                  <a:pt x="196381" y="110464"/>
                </a:cubicBezTo>
                <a:cubicBezTo>
                  <a:pt x="223499" y="110464"/>
                  <a:pt x="245477" y="132442"/>
                  <a:pt x="245477" y="159560"/>
                </a:cubicBezTo>
                <a:lnTo>
                  <a:pt x="245477" y="171834"/>
                </a:lnTo>
                <a:cubicBezTo>
                  <a:pt x="245477" y="178623"/>
                  <a:pt x="239992" y="184107"/>
                  <a:pt x="233203" y="184107"/>
                </a:cubicBezTo>
                <a:lnTo>
                  <a:pt x="199948" y="184107"/>
                </a:lnTo>
                <a:close/>
                <a:moveTo>
                  <a:pt x="181039" y="61369"/>
                </a:moveTo>
                <a:cubicBezTo>
                  <a:pt x="181039" y="46127"/>
                  <a:pt x="193413" y="33753"/>
                  <a:pt x="208655" y="33753"/>
                </a:cubicBezTo>
                <a:cubicBezTo>
                  <a:pt x="223897" y="33753"/>
                  <a:pt x="236271" y="46127"/>
                  <a:pt x="236271" y="61369"/>
                </a:cubicBezTo>
                <a:cubicBezTo>
                  <a:pt x="236271" y="76611"/>
                  <a:pt x="223897" y="88985"/>
                  <a:pt x="208655" y="88985"/>
                </a:cubicBezTo>
                <a:cubicBezTo>
                  <a:pt x="193413" y="88985"/>
                  <a:pt x="181039" y="76611"/>
                  <a:pt x="181039" y="61369"/>
                </a:cubicBezTo>
                <a:close/>
                <a:moveTo>
                  <a:pt x="61369" y="165697"/>
                </a:moveTo>
                <a:cubicBezTo>
                  <a:pt x="61369" y="131790"/>
                  <a:pt x="88832" y="104328"/>
                  <a:pt x="122738" y="104328"/>
                </a:cubicBezTo>
                <a:cubicBezTo>
                  <a:pt x="156645" y="104328"/>
                  <a:pt x="184107" y="131790"/>
                  <a:pt x="184107" y="165697"/>
                </a:cubicBezTo>
                <a:lnTo>
                  <a:pt x="184107" y="171834"/>
                </a:lnTo>
                <a:cubicBezTo>
                  <a:pt x="184107" y="178623"/>
                  <a:pt x="178623" y="184107"/>
                  <a:pt x="171834" y="184107"/>
                </a:cubicBezTo>
                <a:lnTo>
                  <a:pt x="73643" y="184107"/>
                </a:lnTo>
                <a:cubicBezTo>
                  <a:pt x="66854" y="184107"/>
                  <a:pt x="61369" y="178623"/>
                  <a:pt x="61369" y="171834"/>
                </a:cubicBezTo>
                <a:lnTo>
                  <a:pt x="61369" y="165697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8" name="Text 46"/>
          <p:cNvSpPr/>
          <p:nvPr/>
        </p:nvSpPr>
        <p:spPr>
          <a:xfrm>
            <a:off x="8907935" y="1715522"/>
            <a:ext cx="1022819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67886" y="2239206"/>
            <a:ext cx="3289385" cy="1440129"/>
          </a:xfrm>
          <a:custGeom>
            <a:avLst/>
            <a:gdLst/>
            <a:ahLst/>
            <a:cxnLst/>
            <a:rect l="l" t="t" r="r" b="b"/>
            <a:pathLst>
              <a:path w="3289385" h="1440129">
                <a:moveTo>
                  <a:pt x="32730" y="0"/>
                </a:moveTo>
                <a:lnTo>
                  <a:pt x="3223931" y="0"/>
                </a:lnTo>
                <a:cubicBezTo>
                  <a:pt x="3260081" y="0"/>
                  <a:pt x="3289385" y="29305"/>
                  <a:pt x="3289385" y="65454"/>
                </a:cubicBezTo>
                <a:lnTo>
                  <a:pt x="3289385" y="1374675"/>
                </a:lnTo>
                <a:cubicBezTo>
                  <a:pt x="3289385" y="1410824"/>
                  <a:pt x="3260081" y="1440129"/>
                  <a:pt x="3223931" y="1440129"/>
                </a:cubicBez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gradFill flip="none" rotWithShape="1">
            <a:gsLst>
              <a:gs pos="0">
                <a:srgbClr val="E0B4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0" name="Shape 48"/>
          <p:cNvSpPr/>
          <p:nvPr/>
        </p:nvSpPr>
        <p:spPr>
          <a:xfrm>
            <a:off x="8367885" y="2239206"/>
            <a:ext cx="32730" cy="1440129"/>
          </a:xfrm>
          <a:custGeom>
            <a:avLst/>
            <a:gdLst/>
            <a:ahLst/>
            <a:cxnLst/>
            <a:rect l="l" t="t" r="r" b="b"/>
            <a:pathLst>
              <a:path w="32730" h="1440129">
                <a:moveTo>
                  <a:pt x="32730" y="0"/>
                </a:moveTo>
                <a:lnTo>
                  <a:pt x="32730" y="0"/>
                </a:lnTo>
                <a:lnTo>
                  <a:pt x="32730" y="1440129"/>
                </a:ln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1" name="Shape 49"/>
          <p:cNvSpPr/>
          <p:nvPr/>
        </p:nvSpPr>
        <p:spPr>
          <a:xfrm>
            <a:off x="8523354" y="2419222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57278" y="63415"/>
                </a:moveTo>
                <a:cubicBezTo>
                  <a:pt x="74213" y="63415"/>
                  <a:pt x="87962" y="49665"/>
                  <a:pt x="87962" y="32730"/>
                </a:cubicBezTo>
                <a:cubicBezTo>
                  <a:pt x="87962" y="15795"/>
                  <a:pt x="74213" y="2046"/>
                  <a:pt x="57278" y="2046"/>
                </a:cubicBezTo>
                <a:cubicBezTo>
                  <a:pt x="40343" y="2046"/>
                  <a:pt x="26593" y="15795"/>
                  <a:pt x="26593" y="32730"/>
                </a:cubicBezTo>
                <a:cubicBezTo>
                  <a:pt x="26593" y="49665"/>
                  <a:pt x="40343" y="63415"/>
                  <a:pt x="57278" y="63415"/>
                </a:cubicBezTo>
                <a:close/>
                <a:moveTo>
                  <a:pt x="49683" y="77734"/>
                </a:moveTo>
                <a:cubicBezTo>
                  <a:pt x="24497" y="77734"/>
                  <a:pt x="4091" y="98139"/>
                  <a:pt x="4091" y="123326"/>
                </a:cubicBezTo>
                <a:cubicBezTo>
                  <a:pt x="4091" y="127520"/>
                  <a:pt x="7492" y="130921"/>
                  <a:pt x="11686" y="130921"/>
                </a:cubicBezTo>
                <a:lnTo>
                  <a:pt x="75995" y="130921"/>
                </a:lnTo>
                <a:cubicBezTo>
                  <a:pt x="66739" y="120028"/>
                  <a:pt x="61369" y="105990"/>
                  <a:pt x="61369" y="91133"/>
                </a:cubicBezTo>
                <a:lnTo>
                  <a:pt x="61369" y="83181"/>
                </a:lnTo>
                <a:cubicBezTo>
                  <a:pt x="61369" y="81314"/>
                  <a:pt x="61625" y="79473"/>
                  <a:pt x="62111" y="77734"/>
                </a:cubicBezTo>
                <a:lnTo>
                  <a:pt x="49683" y="77734"/>
                </a:lnTo>
                <a:close/>
                <a:moveTo>
                  <a:pt x="113865" y="124912"/>
                </a:moveTo>
                <a:lnTo>
                  <a:pt x="110464" y="126523"/>
                </a:lnTo>
                <a:lnTo>
                  <a:pt x="110464" y="78425"/>
                </a:lnTo>
                <a:lnTo>
                  <a:pt x="135012" y="86607"/>
                </a:lnTo>
                <a:lnTo>
                  <a:pt x="135012" y="91619"/>
                </a:lnTo>
                <a:cubicBezTo>
                  <a:pt x="135012" y="105887"/>
                  <a:pt x="126778" y="118852"/>
                  <a:pt x="113865" y="124937"/>
                </a:cubicBezTo>
                <a:close/>
                <a:moveTo>
                  <a:pt x="107882" y="66355"/>
                </a:moveTo>
                <a:lnTo>
                  <a:pt x="79243" y="75893"/>
                </a:lnTo>
                <a:cubicBezTo>
                  <a:pt x="75893" y="77018"/>
                  <a:pt x="73643" y="80138"/>
                  <a:pt x="73643" y="83667"/>
                </a:cubicBezTo>
                <a:lnTo>
                  <a:pt x="73643" y="91619"/>
                </a:lnTo>
                <a:cubicBezTo>
                  <a:pt x="73643" y="110643"/>
                  <a:pt x="84638" y="127955"/>
                  <a:pt x="101822" y="136035"/>
                </a:cubicBezTo>
                <a:lnTo>
                  <a:pt x="106552" y="138260"/>
                </a:lnTo>
                <a:cubicBezTo>
                  <a:pt x="107780" y="138822"/>
                  <a:pt x="109109" y="139129"/>
                  <a:pt x="110439" y="139129"/>
                </a:cubicBezTo>
                <a:cubicBezTo>
                  <a:pt x="111769" y="139129"/>
                  <a:pt x="113124" y="138822"/>
                  <a:pt x="114326" y="138260"/>
                </a:cubicBezTo>
                <a:lnTo>
                  <a:pt x="119056" y="136035"/>
                </a:lnTo>
                <a:cubicBezTo>
                  <a:pt x="136291" y="127929"/>
                  <a:pt x="147286" y="110618"/>
                  <a:pt x="147286" y="91593"/>
                </a:cubicBezTo>
                <a:lnTo>
                  <a:pt x="147286" y="83641"/>
                </a:lnTo>
                <a:cubicBezTo>
                  <a:pt x="147286" y="80112"/>
                  <a:pt x="145036" y="76993"/>
                  <a:pt x="141686" y="75868"/>
                </a:cubicBezTo>
                <a:lnTo>
                  <a:pt x="113047" y="66330"/>
                </a:lnTo>
                <a:cubicBezTo>
                  <a:pt x="111359" y="65767"/>
                  <a:pt x="109544" y="65767"/>
                  <a:pt x="107882" y="6633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2" name="Text 50"/>
          <p:cNvSpPr/>
          <p:nvPr/>
        </p:nvSpPr>
        <p:spPr>
          <a:xfrm>
            <a:off x="8777014" y="2370127"/>
            <a:ext cx="965541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15172" y="2664699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System configuration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15172" y="2893810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 management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15172" y="3122922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Analytics &amp; reports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15172" y="3352033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Server monitoring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67886" y="3810256"/>
            <a:ext cx="3289385" cy="1440129"/>
          </a:xfrm>
          <a:custGeom>
            <a:avLst/>
            <a:gdLst/>
            <a:ahLst/>
            <a:cxnLst/>
            <a:rect l="l" t="t" r="r" b="b"/>
            <a:pathLst>
              <a:path w="3289385" h="1440129">
                <a:moveTo>
                  <a:pt x="32730" y="0"/>
                </a:moveTo>
                <a:lnTo>
                  <a:pt x="3223931" y="0"/>
                </a:lnTo>
                <a:cubicBezTo>
                  <a:pt x="3260081" y="0"/>
                  <a:pt x="3289385" y="29305"/>
                  <a:pt x="3289385" y="65454"/>
                </a:cubicBezTo>
                <a:lnTo>
                  <a:pt x="3289385" y="1374675"/>
                </a:lnTo>
                <a:cubicBezTo>
                  <a:pt x="3289385" y="1410824"/>
                  <a:pt x="3260081" y="1440129"/>
                  <a:pt x="3223931" y="1440129"/>
                </a:cubicBez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8" name="Shape 56"/>
          <p:cNvSpPr/>
          <p:nvPr/>
        </p:nvSpPr>
        <p:spPr>
          <a:xfrm>
            <a:off x="8367885" y="3810256"/>
            <a:ext cx="32730" cy="1440129"/>
          </a:xfrm>
          <a:custGeom>
            <a:avLst/>
            <a:gdLst/>
            <a:ahLst/>
            <a:cxnLst/>
            <a:rect l="l" t="t" r="r" b="b"/>
            <a:pathLst>
              <a:path w="32730" h="1440129">
                <a:moveTo>
                  <a:pt x="32730" y="0"/>
                </a:moveTo>
                <a:lnTo>
                  <a:pt x="32730" y="0"/>
                </a:lnTo>
                <a:lnTo>
                  <a:pt x="32730" y="1440129"/>
                </a:ln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9" name="Shape 57"/>
          <p:cNvSpPr/>
          <p:nvPr/>
        </p:nvSpPr>
        <p:spPr>
          <a:xfrm>
            <a:off x="8515172" y="3990272"/>
            <a:ext cx="163651" cy="130921"/>
          </a:xfrm>
          <a:custGeom>
            <a:avLst/>
            <a:gdLst/>
            <a:ahLst/>
            <a:cxnLst/>
            <a:rect l="l" t="t" r="r" b="b"/>
            <a:pathLst>
              <a:path w="163651" h="130921">
                <a:moveTo>
                  <a:pt x="32730" y="24548"/>
                </a:moveTo>
                <a:cubicBezTo>
                  <a:pt x="32730" y="15521"/>
                  <a:pt x="40069" y="8183"/>
                  <a:pt x="49095" y="8183"/>
                </a:cubicBezTo>
                <a:lnTo>
                  <a:pt x="139103" y="8183"/>
                </a:lnTo>
                <a:cubicBezTo>
                  <a:pt x="148130" y="8183"/>
                  <a:pt x="155468" y="15521"/>
                  <a:pt x="155468" y="24548"/>
                </a:cubicBezTo>
                <a:lnTo>
                  <a:pt x="155468" y="85917"/>
                </a:lnTo>
                <a:lnTo>
                  <a:pt x="130921" y="85917"/>
                </a:lnTo>
                <a:lnTo>
                  <a:pt x="130921" y="81826"/>
                </a:lnTo>
                <a:cubicBezTo>
                  <a:pt x="130921" y="77300"/>
                  <a:pt x="127264" y="73643"/>
                  <a:pt x="122738" y="73643"/>
                </a:cubicBezTo>
                <a:lnTo>
                  <a:pt x="106373" y="73643"/>
                </a:lnTo>
                <a:cubicBezTo>
                  <a:pt x="101847" y="73643"/>
                  <a:pt x="98191" y="77300"/>
                  <a:pt x="98191" y="81826"/>
                </a:cubicBezTo>
                <a:lnTo>
                  <a:pt x="98191" y="85917"/>
                </a:lnTo>
                <a:lnTo>
                  <a:pt x="65179" y="85917"/>
                </a:lnTo>
                <a:cubicBezTo>
                  <a:pt x="67966" y="81110"/>
                  <a:pt x="69552" y="75510"/>
                  <a:pt x="69552" y="69552"/>
                </a:cubicBezTo>
                <a:cubicBezTo>
                  <a:pt x="69552" y="51473"/>
                  <a:pt x="54900" y="36821"/>
                  <a:pt x="36821" y="36821"/>
                </a:cubicBezTo>
                <a:cubicBezTo>
                  <a:pt x="35441" y="36821"/>
                  <a:pt x="34060" y="36898"/>
                  <a:pt x="32730" y="37077"/>
                </a:cubicBezTo>
                <a:lnTo>
                  <a:pt x="32730" y="24548"/>
                </a:lnTo>
                <a:close/>
                <a:moveTo>
                  <a:pt x="85150" y="114556"/>
                </a:moveTo>
                <a:cubicBezTo>
                  <a:pt x="83846" y="108368"/>
                  <a:pt x="80982" y="102768"/>
                  <a:pt x="76942" y="98191"/>
                </a:cubicBezTo>
                <a:lnTo>
                  <a:pt x="155468" y="98191"/>
                </a:lnTo>
                <a:cubicBezTo>
                  <a:pt x="155468" y="107217"/>
                  <a:pt x="148130" y="114556"/>
                  <a:pt x="139103" y="114556"/>
                </a:cubicBezTo>
                <a:lnTo>
                  <a:pt x="85150" y="114556"/>
                </a:lnTo>
                <a:close/>
                <a:moveTo>
                  <a:pt x="16365" y="69552"/>
                </a:moveTo>
                <a:cubicBezTo>
                  <a:pt x="16365" y="58261"/>
                  <a:pt x="25531" y="49095"/>
                  <a:pt x="36821" y="49095"/>
                </a:cubicBezTo>
                <a:cubicBezTo>
                  <a:pt x="48112" y="49095"/>
                  <a:pt x="57278" y="58261"/>
                  <a:pt x="57278" y="69552"/>
                </a:cubicBezTo>
                <a:cubicBezTo>
                  <a:pt x="57278" y="80842"/>
                  <a:pt x="48112" y="90008"/>
                  <a:pt x="36821" y="90008"/>
                </a:cubicBezTo>
                <a:cubicBezTo>
                  <a:pt x="25531" y="90008"/>
                  <a:pt x="16365" y="80842"/>
                  <a:pt x="16365" y="69552"/>
                </a:cubicBezTo>
                <a:close/>
                <a:moveTo>
                  <a:pt x="0" y="122738"/>
                </a:moveTo>
                <a:cubicBezTo>
                  <a:pt x="0" y="109186"/>
                  <a:pt x="10995" y="98191"/>
                  <a:pt x="24548" y="98191"/>
                </a:cubicBezTo>
                <a:lnTo>
                  <a:pt x="49095" y="98191"/>
                </a:lnTo>
                <a:cubicBezTo>
                  <a:pt x="62648" y="98191"/>
                  <a:pt x="73643" y="109186"/>
                  <a:pt x="73643" y="122738"/>
                </a:cubicBezTo>
                <a:cubicBezTo>
                  <a:pt x="73643" y="127264"/>
                  <a:pt x="69986" y="130921"/>
                  <a:pt x="65460" y="130921"/>
                </a:cubicBezTo>
                <a:lnTo>
                  <a:pt x="8183" y="130921"/>
                </a:lnTo>
                <a:cubicBezTo>
                  <a:pt x="3657" y="130921"/>
                  <a:pt x="0" y="127264"/>
                  <a:pt x="0" y="122738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60" name="Text 58"/>
          <p:cNvSpPr/>
          <p:nvPr/>
        </p:nvSpPr>
        <p:spPr>
          <a:xfrm>
            <a:off x="8777014" y="3941177"/>
            <a:ext cx="60550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515172" y="4235748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Create virtual sessions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515172" y="4464860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participants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515172" y="4693971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Share screen/content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515172" y="4923083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Record meetings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367886" y="5381305"/>
            <a:ext cx="3289385" cy="1440129"/>
          </a:xfrm>
          <a:custGeom>
            <a:avLst/>
            <a:gdLst/>
            <a:ahLst/>
            <a:cxnLst/>
            <a:rect l="l" t="t" r="r" b="b"/>
            <a:pathLst>
              <a:path w="3289385" h="1440129">
                <a:moveTo>
                  <a:pt x="32730" y="0"/>
                </a:moveTo>
                <a:lnTo>
                  <a:pt x="3223931" y="0"/>
                </a:lnTo>
                <a:cubicBezTo>
                  <a:pt x="3260081" y="0"/>
                  <a:pt x="3289385" y="29305"/>
                  <a:pt x="3289385" y="65454"/>
                </a:cubicBezTo>
                <a:lnTo>
                  <a:pt x="3289385" y="1374675"/>
                </a:lnTo>
                <a:cubicBezTo>
                  <a:pt x="3289385" y="1410824"/>
                  <a:pt x="3260081" y="1440129"/>
                  <a:pt x="3223931" y="1440129"/>
                </a:cubicBez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gradFill flip="none" rotWithShape="1">
            <a:gsLst>
              <a:gs pos="0">
                <a:srgbClr val="7D8A9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6" name="Shape 64"/>
          <p:cNvSpPr/>
          <p:nvPr/>
        </p:nvSpPr>
        <p:spPr>
          <a:xfrm>
            <a:off x="8367885" y="5381305"/>
            <a:ext cx="32730" cy="1440129"/>
          </a:xfrm>
          <a:custGeom>
            <a:avLst/>
            <a:gdLst/>
            <a:ahLst/>
            <a:cxnLst/>
            <a:rect l="l" t="t" r="r" b="b"/>
            <a:pathLst>
              <a:path w="32730" h="1440129">
                <a:moveTo>
                  <a:pt x="32730" y="0"/>
                </a:moveTo>
                <a:lnTo>
                  <a:pt x="32730" y="0"/>
                </a:lnTo>
                <a:lnTo>
                  <a:pt x="32730" y="1440129"/>
                </a:lnTo>
                <a:lnTo>
                  <a:pt x="32730" y="1440129"/>
                </a:lnTo>
                <a:cubicBezTo>
                  <a:pt x="14654" y="1440129"/>
                  <a:pt x="0" y="1425475"/>
                  <a:pt x="0" y="1407399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67" name="Shape 65"/>
          <p:cNvSpPr/>
          <p:nvPr/>
        </p:nvSpPr>
        <p:spPr>
          <a:xfrm>
            <a:off x="8539719" y="5561322"/>
            <a:ext cx="114556" cy="130921"/>
          </a:xfrm>
          <a:custGeom>
            <a:avLst/>
            <a:gdLst/>
            <a:ahLst/>
            <a:cxnLst/>
            <a:rect l="l" t="t" r="r" b="b"/>
            <a:pathLst>
              <a:path w="114556" h="130921">
                <a:moveTo>
                  <a:pt x="61702" y="-3324"/>
                </a:moveTo>
                <a:cubicBezTo>
                  <a:pt x="58787" y="-3912"/>
                  <a:pt x="55795" y="-3912"/>
                  <a:pt x="52880" y="-3324"/>
                </a:cubicBezTo>
                <a:lnTo>
                  <a:pt x="4935" y="6265"/>
                </a:lnTo>
                <a:cubicBezTo>
                  <a:pt x="2071" y="6827"/>
                  <a:pt x="0" y="9359"/>
                  <a:pt x="0" y="12274"/>
                </a:cubicBezTo>
                <a:cubicBezTo>
                  <a:pt x="0" y="14908"/>
                  <a:pt x="1662" y="17209"/>
                  <a:pt x="4091" y="18053"/>
                </a:cubicBezTo>
                <a:lnTo>
                  <a:pt x="4091" y="36821"/>
                </a:lnTo>
                <a:lnTo>
                  <a:pt x="77" y="56920"/>
                </a:lnTo>
                <a:cubicBezTo>
                  <a:pt x="26" y="57150"/>
                  <a:pt x="0" y="57406"/>
                  <a:pt x="0" y="57661"/>
                </a:cubicBezTo>
                <a:cubicBezTo>
                  <a:pt x="0" y="59707"/>
                  <a:pt x="1662" y="61395"/>
                  <a:pt x="3733" y="61395"/>
                </a:cubicBezTo>
                <a:lnTo>
                  <a:pt x="12657" y="61395"/>
                </a:lnTo>
                <a:cubicBezTo>
                  <a:pt x="14703" y="61395"/>
                  <a:pt x="16391" y="59733"/>
                  <a:pt x="16391" y="57661"/>
                </a:cubicBezTo>
                <a:cubicBezTo>
                  <a:pt x="16391" y="57406"/>
                  <a:pt x="16365" y="57176"/>
                  <a:pt x="16314" y="56920"/>
                </a:cubicBezTo>
                <a:lnTo>
                  <a:pt x="12274" y="36821"/>
                </a:lnTo>
                <a:lnTo>
                  <a:pt x="12274" y="19766"/>
                </a:lnTo>
                <a:lnTo>
                  <a:pt x="24548" y="22221"/>
                </a:lnTo>
                <a:lnTo>
                  <a:pt x="24548" y="36821"/>
                </a:lnTo>
                <a:cubicBezTo>
                  <a:pt x="24548" y="54900"/>
                  <a:pt x="39200" y="69552"/>
                  <a:pt x="57278" y="69552"/>
                </a:cubicBezTo>
                <a:cubicBezTo>
                  <a:pt x="75356" y="69552"/>
                  <a:pt x="90008" y="54900"/>
                  <a:pt x="90008" y="36821"/>
                </a:cubicBezTo>
                <a:lnTo>
                  <a:pt x="90008" y="22221"/>
                </a:lnTo>
                <a:lnTo>
                  <a:pt x="109621" y="18308"/>
                </a:lnTo>
                <a:cubicBezTo>
                  <a:pt x="112484" y="17720"/>
                  <a:pt x="114556" y="15189"/>
                  <a:pt x="114556" y="12274"/>
                </a:cubicBezTo>
                <a:cubicBezTo>
                  <a:pt x="114556" y="9359"/>
                  <a:pt x="112484" y="6827"/>
                  <a:pt x="109621" y="6265"/>
                </a:cubicBezTo>
                <a:lnTo>
                  <a:pt x="61702" y="-3324"/>
                </a:lnTo>
                <a:close/>
                <a:moveTo>
                  <a:pt x="57278" y="57278"/>
                </a:moveTo>
                <a:cubicBezTo>
                  <a:pt x="45976" y="57278"/>
                  <a:pt x="36821" y="48124"/>
                  <a:pt x="36821" y="36821"/>
                </a:cubicBezTo>
                <a:lnTo>
                  <a:pt x="77734" y="36821"/>
                </a:lnTo>
                <a:cubicBezTo>
                  <a:pt x="77734" y="48124"/>
                  <a:pt x="68580" y="57278"/>
                  <a:pt x="57278" y="57278"/>
                </a:cubicBezTo>
                <a:close/>
                <a:moveTo>
                  <a:pt x="30710" y="81851"/>
                </a:moveTo>
                <a:cubicBezTo>
                  <a:pt x="15010" y="89062"/>
                  <a:pt x="4091" y="104916"/>
                  <a:pt x="4091" y="123326"/>
                </a:cubicBezTo>
                <a:cubicBezTo>
                  <a:pt x="4091" y="127520"/>
                  <a:pt x="7492" y="130921"/>
                  <a:pt x="11686" y="130921"/>
                </a:cubicBezTo>
                <a:lnTo>
                  <a:pt x="51141" y="130921"/>
                </a:lnTo>
                <a:lnTo>
                  <a:pt x="51141" y="93588"/>
                </a:lnTo>
                <a:lnTo>
                  <a:pt x="36463" y="82593"/>
                </a:lnTo>
                <a:cubicBezTo>
                  <a:pt x="34801" y="81340"/>
                  <a:pt x="32577" y="81007"/>
                  <a:pt x="30685" y="81877"/>
                </a:cubicBezTo>
                <a:close/>
                <a:moveTo>
                  <a:pt x="63415" y="130921"/>
                </a:moveTo>
                <a:lnTo>
                  <a:pt x="102870" y="130921"/>
                </a:lnTo>
                <a:cubicBezTo>
                  <a:pt x="107064" y="130921"/>
                  <a:pt x="110464" y="127520"/>
                  <a:pt x="110464" y="123326"/>
                </a:cubicBezTo>
                <a:cubicBezTo>
                  <a:pt x="110464" y="104916"/>
                  <a:pt x="99546" y="89062"/>
                  <a:pt x="83846" y="81877"/>
                </a:cubicBezTo>
                <a:cubicBezTo>
                  <a:pt x="81953" y="81007"/>
                  <a:pt x="79729" y="81340"/>
                  <a:pt x="78067" y="82593"/>
                </a:cubicBezTo>
                <a:lnTo>
                  <a:pt x="63389" y="93588"/>
                </a:lnTo>
                <a:lnTo>
                  <a:pt x="63389" y="130921"/>
                </a:ln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68" name="Text 66"/>
          <p:cNvSpPr/>
          <p:nvPr/>
        </p:nvSpPr>
        <p:spPr>
          <a:xfrm>
            <a:off x="8777013" y="5512226"/>
            <a:ext cx="589144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515172" y="5806798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Join scheduled classes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515172" y="6035909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Participate in discussions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515172" y="6265021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Access recordings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515172" y="6494132"/>
            <a:ext cx="307663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View attendance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7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717" y="546372"/>
            <a:ext cx="75143" cy="450860"/>
          </a:xfrm>
          <a:custGeom>
            <a:avLst/>
            <a:gdLst/>
            <a:ahLst/>
            <a:cxnLst/>
            <a:rect l="l" t="t" r="r" b="b"/>
            <a:pathLst>
              <a:path w="75143" h="450860">
                <a:moveTo>
                  <a:pt x="0" y="0"/>
                </a:moveTo>
                <a:lnTo>
                  <a:pt x="75143" y="0"/>
                </a:lnTo>
                <a:lnTo>
                  <a:pt x="75143" y="450860"/>
                </a:lnTo>
                <a:lnTo>
                  <a:pt x="0" y="450860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63575" y="546372"/>
            <a:ext cx="4301954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3575" y="1109947"/>
            <a:ext cx="1134663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Process Flow &amp; Component Integration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9474" y="1564565"/>
            <a:ext cx="11429296" cy="3003853"/>
          </a:xfrm>
          <a:custGeom>
            <a:avLst/>
            <a:gdLst/>
            <a:ahLst/>
            <a:cxnLst/>
            <a:rect l="l" t="t" r="r" b="b"/>
            <a:pathLst>
              <a:path w="11429296" h="3003853">
                <a:moveTo>
                  <a:pt x="112705" y="0"/>
                </a:moveTo>
                <a:lnTo>
                  <a:pt x="11316591" y="0"/>
                </a:lnTo>
                <a:cubicBezTo>
                  <a:pt x="11378836" y="0"/>
                  <a:pt x="11429296" y="50460"/>
                  <a:pt x="11429296" y="112705"/>
                </a:cubicBezTo>
                <a:lnTo>
                  <a:pt x="11429296" y="2891149"/>
                </a:lnTo>
                <a:cubicBezTo>
                  <a:pt x="11429296" y="2953394"/>
                  <a:pt x="11378836" y="3003853"/>
                  <a:pt x="11316591" y="3003853"/>
                </a:cubicBezTo>
                <a:lnTo>
                  <a:pt x="112705" y="3003853"/>
                </a:lnTo>
                <a:cubicBezTo>
                  <a:pt x="50460" y="3003853"/>
                  <a:pt x="0" y="2953394"/>
                  <a:pt x="0" y="2891149"/>
                </a:cubicBezTo>
                <a:lnTo>
                  <a:pt x="0" y="112705"/>
                </a:lnTo>
                <a:cubicBezTo>
                  <a:pt x="0" y="50460"/>
                  <a:pt x="50460" y="0"/>
                  <a:pt x="11270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6839" y="1831206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0" y="35223"/>
                </a:moveTo>
                <a:cubicBezTo>
                  <a:pt x="0" y="23556"/>
                  <a:pt x="9466" y="14089"/>
                  <a:pt x="21134" y="14089"/>
                </a:cubicBezTo>
                <a:lnTo>
                  <a:pt x="63402" y="14089"/>
                </a:lnTo>
                <a:cubicBezTo>
                  <a:pt x="75070" y="14089"/>
                  <a:pt x="84536" y="23556"/>
                  <a:pt x="84536" y="35223"/>
                </a:cubicBezTo>
                <a:lnTo>
                  <a:pt x="84536" y="42268"/>
                </a:lnTo>
                <a:lnTo>
                  <a:pt x="140894" y="42268"/>
                </a:lnTo>
                <a:lnTo>
                  <a:pt x="140894" y="35223"/>
                </a:lnTo>
                <a:cubicBezTo>
                  <a:pt x="140894" y="23556"/>
                  <a:pt x="150360" y="14089"/>
                  <a:pt x="162028" y="14089"/>
                </a:cubicBezTo>
                <a:lnTo>
                  <a:pt x="204296" y="14089"/>
                </a:lnTo>
                <a:cubicBezTo>
                  <a:pt x="215964" y="14089"/>
                  <a:pt x="225430" y="23556"/>
                  <a:pt x="225430" y="35223"/>
                </a:cubicBezTo>
                <a:lnTo>
                  <a:pt x="225430" y="77492"/>
                </a:lnTo>
                <a:cubicBezTo>
                  <a:pt x="225430" y="89159"/>
                  <a:pt x="215964" y="98626"/>
                  <a:pt x="204296" y="98626"/>
                </a:cubicBezTo>
                <a:lnTo>
                  <a:pt x="162028" y="98626"/>
                </a:lnTo>
                <a:cubicBezTo>
                  <a:pt x="150360" y="98626"/>
                  <a:pt x="140894" y="89159"/>
                  <a:pt x="140894" y="77492"/>
                </a:cubicBezTo>
                <a:lnTo>
                  <a:pt x="140894" y="70447"/>
                </a:lnTo>
                <a:lnTo>
                  <a:pt x="84536" y="70447"/>
                </a:lnTo>
                <a:lnTo>
                  <a:pt x="84536" y="77492"/>
                </a:lnTo>
                <a:cubicBezTo>
                  <a:pt x="84536" y="80706"/>
                  <a:pt x="83788" y="83788"/>
                  <a:pt x="82511" y="86518"/>
                </a:cubicBezTo>
                <a:lnTo>
                  <a:pt x="112715" y="126804"/>
                </a:lnTo>
                <a:lnTo>
                  <a:pt x="147938" y="126804"/>
                </a:lnTo>
                <a:cubicBezTo>
                  <a:pt x="159606" y="126804"/>
                  <a:pt x="169072" y="136271"/>
                  <a:pt x="169072" y="147938"/>
                </a:cubicBezTo>
                <a:lnTo>
                  <a:pt x="169072" y="190206"/>
                </a:lnTo>
                <a:cubicBezTo>
                  <a:pt x="169072" y="201874"/>
                  <a:pt x="159606" y="211341"/>
                  <a:pt x="147938" y="211341"/>
                </a:cubicBezTo>
                <a:lnTo>
                  <a:pt x="105670" y="211341"/>
                </a:lnTo>
                <a:cubicBezTo>
                  <a:pt x="94003" y="211341"/>
                  <a:pt x="84536" y="201874"/>
                  <a:pt x="84536" y="190206"/>
                </a:cubicBezTo>
                <a:lnTo>
                  <a:pt x="84536" y="147938"/>
                </a:lnTo>
                <a:cubicBezTo>
                  <a:pt x="84536" y="144724"/>
                  <a:pt x="85285" y="141642"/>
                  <a:pt x="86562" y="138912"/>
                </a:cubicBezTo>
                <a:lnTo>
                  <a:pt x="56357" y="98626"/>
                </a:lnTo>
                <a:lnTo>
                  <a:pt x="21134" y="98626"/>
                </a:lnTo>
                <a:cubicBezTo>
                  <a:pt x="9466" y="98626"/>
                  <a:pt x="0" y="89159"/>
                  <a:pt x="0" y="77492"/>
                </a:cubicBezTo>
                <a:lnTo>
                  <a:pt x="0" y="35223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7" name="Text 5"/>
          <p:cNvSpPr/>
          <p:nvPr/>
        </p:nvSpPr>
        <p:spPr>
          <a:xfrm>
            <a:off x="890449" y="1793753"/>
            <a:ext cx="10801849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Logic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6176" y="2289580"/>
            <a:ext cx="2288113" cy="2043898"/>
          </a:xfrm>
          <a:custGeom>
            <a:avLst/>
            <a:gdLst/>
            <a:ahLst/>
            <a:cxnLst/>
            <a:rect l="l" t="t" r="r" b="b"/>
            <a:pathLst>
              <a:path w="2288113" h="2043898">
                <a:moveTo>
                  <a:pt x="75134" y="0"/>
                </a:moveTo>
                <a:lnTo>
                  <a:pt x="2212980" y="0"/>
                </a:lnTo>
                <a:cubicBezTo>
                  <a:pt x="2254475" y="0"/>
                  <a:pt x="2288113" y="33638"/>
                  <a:pt x="2288113" y="75134"/>
                </a:cubicBezTo>
                <a:lnTo>
                  <a:pt x="2288113" y="1968764"/>
                </a:lnTo>
                <a:cubicBezTo>
                  <a:pt x="2288113" y="2010259"/>
                  <a:pt x="2254475" y="2043898"/>
                  <a:pt x="2212980" y="2043898"/>
                </a:cubicBezTo>
                <a:lnTo>
                  <a:pt x="75134" y="2043898"/>
                </a:lnTo>
                <a:cubicBezTo>
                  <a:pt x="33638" y="2043898"/>
                  <a:pt x="0" y="2010259"/>
                  <a:pt x="0" y="1968764"/>
                </a:cubicBezTo>
                <a:lnTo>
                  <a:pt x="0" y="75134"/>
                </a:lnTo>
                <a:cubicBezTo>
                  <a:pt x="0" y="33638"/>
                  <a:pt x="33638" y="0"/>
                  <a:pt x="7513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8758" y="2447381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263002" y="0"/>
                </a:moveTo>
                <a:lnTo>
                  <a:pt x="263002" y="0"/>
                </a:lnTo>
                <a:cubicBezTo>
                  <a:pt x="408156" y="0"/>
                  <a:pt x="526003" y="117847"/>
                  <a:pt x="526003" y="263002"/>
                </a:cubicBezTo>
                <a:lnTo>
                  <a:pt x="526003" y="263002"/>
                </a:lnTo>
                <a:cubicBezTo>
                  <a:pt x="526003" y="408156"/>
                  <a:pt x="408156" y="526003"/>
                  <a:pt x="263002" y="526003"/>
                </a:cubicBezTo>
                <a:lnTo>
                  <a:pt x="263002" y="526003"/>
                </a:lnTo>
                <a:cubicBezTo>
                  <a:pt x="117847" y="526003"/>
                  <a:pt x="0" y="408156"/>
                  <a:pt x="0" y="263002"/>
                </a:cubicBezTo>
                <a:lnTo>
                  <a:pt x="0" y="263002"/>
                </a:lnTo>
                <a:cubicBezTo>
                  <a:pt x="0" y="117847"/>
                  <a:pt x="117847" y="0"/>
                  <a:pt x="263002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0865" y="2597667"/>
            <a:ext cx="281787" cy="225430"/>
          </a:xfrm>
          <a:custGeom>
            <a:avLst/>
            <a:gdLst/>
            <a:ahLst/>
            <a:cxnLst/>
            <a:rect l="l" t="t" r="r" b="b"/>
            <a:pathLst>
              <a:path w="281787" h="225430">
                <a:moveTo>
                  <a:pt x="154058" y="104041"/>
                </a:moveTo>
                <a:lnTo>
                  <a:pt x="124955" y="104041"/>
                </a:lnTo>
                <a:lnTo>
                  <a:pt x="124955" y="77888"/>
                </a:lnTo>
                <a:lnTo>
                  <a:pt x="154058" y="77888"/>
                </a:lnTo>
                <a:lnTo>
                  <a:pt x="154058" y="104041"/>
                </a:lnTo>
                <a:close/>
                <a:moveTo>
                  <a:pt x="154058" y="14089"/>
                </a:moveTo>
                <a:lnTo>
                  <a:pt x="124955" y="14089"/>
                </a:lnTo>
                <a:lnTo>
                  <a:pt x="124955" y="40815"/>
                </a:lnTo>
                <a:lnTo>
                  <a:pt x="154058" y="40815"/>
                </a:lnTo>
                <a:lnTo>
                  <a:pt x="154058" y="14089"/>
                </a:lnTo>
                <a:close/>
                <a:moveTo>
                  <a:pt x="188489" y="77844"/>
                </a:moveTo>
                <a:lnTo>
                  <a:pt x="159386" y="77844"/>
                </a:lnTo>
                <a:lnTo>
                  <a:pt x="159386" y="103997"/>
                </a:lnTo>
                <a:lnTo>
                  <a:pt x="188489" y="103997"/>
                </a:lnTo>
                <a:lnTo>
                  <a:pt x="188489" y="77844"/>
                </a:lnTo>
                <a:close/>
                <a:moveTo>
                  <a:pt x="119672" y="46099"/>
                </a:moveTo>
                <a:lnTo>
                  <a:pt x="90568" y="46099"/>
                </a:lnTo>
                <a:lnTo>
                  <a:pt x="90568" y="72560"/>
                </a:lnTo>
                <a:lnTo>
                  <a:pt x="119672" y="72560"/>
                </a:lnTo>
                <a:lnTo>
                  <a:pt x="119672" y="46099"/>
                </a:lnTo>
                <a:close/>
                <a:moveTo>
                  <a:pt x="154058" y="46099"/>
                </a:moveTo>
                <a:lnTo>
                  <a:pt x="124955" y="46099"/>
                </a:lnTo>
                <a:lnTo>
                  <a:pt x="124955" y="72560"/>
                </a:lnTo>
                <a:lnTo>
                  <a:pt x="154058" y="72560"/>
                </a:lnTo>
                <a:lnTo>
                  <a:pt x="154058" y="46099"/>
                </a:lnTo>
                <a:close/>
                <a:moveTo>
                  <a:pt x="275931" y="90128"/>
                </a:moveTo>
                <a:cubicBezTo>
                  <a:pt x="269591" y="85857"/>
                  <a:pt x="254974" y="84316"/>
                  <a:pt x="243746" y="86429"/>
                </a:cubicBezTo>
                <a:cubicBezTo>
                  <a:pt x="242293" y="75862"/>
                  <a:pt x="236393" y="66660"/>
                  <a:pt x="225650" y="58383"/>
                </a:cubicBezTo>
                <a:lnTo>
                  <a:pt x="219486" y="54288"/>
                </a:lnTo>
                <a:lnTo>
                  <a:pt x="215391" y="60452"/>
                </a:lnTo>
                <a:cubicBezTo>
                  <a:pt x="207290" y="72692"/>
                  <a:pt x="205088" y="92858"/>
                  <a:pt x="213762" y="106155"/>
                </a:cubicBezTo>
                <a:cubicBezTo>
                  <a:pt x="209932" y="108224"/>
                  <a:pt x="202403" y="111042"/>
                  <a:pt x="192452" y="110866"/>
                </a:cubicBezTo>
                <a:lnTo>
                  <a:pt x="1057" y="110866"/>
                </a:lnTo>
                <a:cubicBezTo>
                  <a:pt x="-2774" y="133233"/>
                  <a:pt x="3610" y="162292"/>
                  <a:pt x="20430" y="182237"/>
                </a:cubicBezTo>
                <a:cubicBezTo>
                  <a:pt x="36764" y="201566"/>
                  <a:pt x="61245" y="211385"/>
                  <a:pt x="93254" y="211385"/>
                </a:cubicBezTo>
                <a:cubicBezTo>
                  <a:pt x="162556" y="211385"/>
                  <a:pt x="213850" y="179463"/>
                  <a:pt x="237846" y="121477"/>
                </a:cubicBezTo>
                <a:cubicBezTo>
                  <a:pt x="247268" y="121653"/>
                  <a:pt x="267610" y="121521"/>
                  <a:pt x="278045" y="101576"/>
                </a:cubicBezTo>
                <a:cubicBezTo>
                  <a:pt x="278705" y="100475"/>
                  <a:pt x="280951" y="95764"/>
                  <a:pt x="281787" y="94047"/>
                </a:cubicBezTo>
                <a:lnTo>
                  <a:pt x="275931" y="90128"/>
                </a:lnTo>
                <a:close/>
                <a:moveTo>
                  <a:pt x="50898" y="77844"/>
                </a:moveTo>
                <a:lnTo>
                  <a:pt x="21839" y="77844"/>
                </a:lnTo>
                <a:lnTo>
                  <a:pt x="21839" y="103997"/>
                </a:lnTo>
                <a:lnTo>
                  <a:pt x="50942" y="103997"/>
                </a:lnTo>
                <a:lnTo>
                  <a:pt x="50942" y="77844"/>
                </a:lnTo>
                <a:lnTo>
                  <a:pt x="50898" y="77844"/>
                </a:lnTo>
                <a:close/>
                <a:moveTo>
                  <a:pt x="85285" y="77844"/>
                </a:moveTo>
                <a:lnTo>
                  <a:pt x="56181" y="77844"/>
                </a:lnTo>
                <a:lnTo>
                  <a:pt x="56181" y="103997"/>
                </a:lnTo>
                <a:lnTo>
                  <a:pt x="85285" y="103997"/>
                </a:lnTo>
                <a:lnTo>
                  <a:pt x="85285" y="77844"/>
                </a:lnTo>
                <a:close/>
                <a:moveTo>
                  <a:pt x="119672" y="77844"/>
                </a:moveTo>
                <a:lnTo>
                  <a:pt x="90568" y="77844"/>
                </a:lnTo>
                <a:lnTo>
                  <a:pt x="90568" y="103997"/>
                </a:lnTo>
                <a:lnTo>
                  <a:pt x="119672" y="103997"/>
                </a:lnTo>
                <a:lnTo>
                  <a:pt x="119672" y="77844"/>
                </a:lnTo>
                <a:close/>
                <a:moveTo>
                  <a:pt x="85285" y="46099"/>
                </a:moveTo>
                <a:lnTo>
                  <a:pt x="56181" y="46099"/>
                </a:lnTo>
                <a:lnTo>
                  <a:pt x="56181" y="72560"/>
                </a:lnTo>
                <a:lnTo>
                  <a:pt x="85285" y="72560"/>
                </a:lnTo>
                <a:lnTo>
                  <a:pt x="85285" y="4609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708" y="3086098"/>
            <a:ext cx="205704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Orchestration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405" y="3424243"/>
            <a:ext cx="2047655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deployment &amp; scaling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1101" y="3987818"/>
            <a:ext cx="203826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93438" y="3198813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221291" y="122666"/>
                </a:moveTo>
                <a:cubicBezTo>
                  <a:pt x="226795" y="117162"/>
                  <a:pt x="226795" y="108224"/>
                  <a:pt x="221291" y="102720"/>
                </a:cubicBezTo>
                <a:lnTo>
                  <a:pt x="150844" y="32273"/>
                </a:lnTo>
                <a:cubicBezTo>
                  <a:pt x="145341" y="26770"/>
                  <a:pt x="136403" y="26770"/>
                  <a:pt x="130899" y="32273"/>
                </a:cubicBezTo>
                <a:cubicBezTo>
                  <a:pt x="125395" y="37777"/>
                  <a:pt x="125395" y="46715"/>
                  <a:pt x="130899" y="52219"/>
                </a:cubicBezTo>
                <a:lnTo>
                  <a:pt x="177306" y="98626"/>
                </a:lnTo>
                <a:lnTo>
                  <a:pt x="14089" y="98626"/>
                </a:lnTo>
                <a:cubicBezTo>
                  <a:pt x="6296" y="98626"/>
                  <a:pt x="0" y="104922"/>
                  <a:pt x="0" y="112715"/>
                </a:cubicBezTo>
                <a:cubicBezTo>
                  <a:pt x="0" y="120508"/>
                  <a:pt x="6296" y="126804"/>
                  <a:pt x="14089" y="126804"/>
                </a:cubicBezTo>
                <a:lnTo>
                  <a:pt x="177306" y="126804"/>
                </a:lnTo>
                <a:lnTo>
                  <a:pt x="130899" y="173211"/>
                </a:lnTo>
                <a:cubicBezTo>
                  <a:pt x="125395" y="178715"/>
                  <a:pt x="125395" y="187653"/>
                  <a:pt x="130899" y="193156"/>
                </a:cubicBezTo>
                <a:cubicBezTo>
                  <a:pt x="136403" y="198660"/>
                  <a:pt x="145341" y="198660"/>
                  <a:pt x="150844" y="193156"/>
                </a:cubicBezTo>
                <a:lnTo>
                  <a:pt x="221291" y="12271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5" name="Shape 13"/>
          <p:cNvSpPr/>
          <p:nvPr/>
        </p:nvSpPr>
        <p:spPr>
          <a:xfrm>
            <a:off x="3504849" y="2402295"/>
            <a:ext cx="2288113" cy="1818468"/>
          </a:xfrm>
          <a:custGeom>
            <a:avLst/>
            <a:gdLst/>
            <a:ahLst/>
            <a:cxnLst/>
            <a:rect l="l" t="t" r="r" b="b"/>
            <a:pathLst>
              <a:path w="2288113" h="1818468">
                <a:moveTo>
                  <a:pt x="75139" y="0"/>
                </a:moveTo>
                <a:lnTo>
                  <a:pt x="2212974" y="0"/>
                </a:lnTo>
                <a:cubicBezTo>
                  <a:pt x="2254472" y="0"/>
                  <a:pt x="2288113" y="33641"/>
                  <a:pt x="2288113" y="75139"/>
                </a:cubicBezTo>
                <a:lnTo>
                  <a:pt x="2288113" y="1743329"/>
                </a:lnTo>
                <a:cubicBezTo>
                  <a:pt x="2288113" y="1784827"/>
                  <a:pt x="2254472" y="1818468"/>
                  <a:pt x="2212974" y="1818468"/>
                </a:cubicBezTo>
                <a:lnTo>
                  <a:pt x="75139" y="1818468"/>
                </a:lnTo>
                <a:cubicBezTo>
                  <a:pt x="33641" y="1818468"/>
                  <a:pt x="0" y="1784827"/>
                  <a:pt x="0" y="1743329"/>
                </a:cubicBezTo>
                <a:lnTo>
                  <a:pt x="0" y="75139"/>
                </a:lnTo>
                <a:cubicBezTo>
                  <a:pt x="0" y="33641"/>
                  <a:pt x="33641" y="0"/>
                  <a:pt x="7513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7548" y="2560096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263002" y="0"/>
                </a:moveTo>
                <a:lnTo>
                  <a:pt x="263002" y="0"/>
                </a:lnTo>
                <a:cubicBezTo>
                  <a:pt x="408156" y="0"/>
                  <a:pt x="526003" y="117847"/>
                  <a:pt x="526003" y="263002"/>
                </a:cubicBezTo>
                <a:lnTo>
                  <a:pt x="526003" y="263002"/>
                </a:lnTo>
                <a:cubicBezTo>
                  <a:pt x="526003" y="408156"/>
                  <a:pt x="408156" y="526003"/>
                  <a:pt x="263002" y="526003"/>
                </a:cubicBezTo>
                <a:lnTo>
                  <a:pt x="263002" y="526003"/>
                </a:lnTo>
                <a:cubicBezTo>
                  <a:pt x="117847" y="526003"/>
                  <a:pt x="0" y="408156"/>
                  <a:pt x="0" y="263002"/>
                </a:cubicBezTo>
                <a:lnTo>
                  <a:pt x="0" y="263002"/>
                </a:lnTo>
                <a:cubicBezTo>
                  <a:pt x="0" y="117847"/>
                  <a:pt x="117847" y="0"/>
                  <a:pt x="263002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66012" y="2710382"/>
            <a:ext cx="169072" cy="225430"/>
          </a:xfrm>
          <a:custGeom>
            <a:avLst/>
            <a:gdLst/>
            <a:ahLst/>
            <a:cxnLst/>
            <a:rect l="l" t="t" r="r" b="b"/>
            <a:pathLst>
              <a:path w="169072" h="225430">
                <a:moveTo>
                  <a:pt x="56357" y="42268"/>
                </a:moveTo>
                <a:lnTo>
                  <a:pt x="56357" y="70447"/>
                </a:lnTo>
                <a:lnTo>
                  <a:pt x="112715" y="70447"/>
                </a:lnTo>
                <a:lnTo>
                  <a:pt x="112715" y="42268"/>
                </a:lnTo>
                <a:cubicBezTo>
                  <a:pt x="112715" y="26726"/>
                  <a:pt x="100079" y="14089"/>
                  <a:pt x="84536" y="14089"/>
                </a:cubicBezTo>
                <a:cubicBezTo>
                  <a:pt x="68994" y="14089"/>
                  <a:pt x="56357" y="26726"/>
                  <a:pt x="56357" y="42268"/>
                </a:cubicBezTo>
                <a:close/>
                <a:moveTo>
                  <a:pt x="28179" y="70447"/>
                </a:moveTo>
                <a:lnTo>
                  <a:pt x="28179" y="42268"/>
                </a:lnTo>
                <a:cubicBezTo>
                  <a:pt x="28179" y="11139"/>
                  <a:pt x="53408" y="-14089"/>
                  <a:pt x="84536" y="-14089"/>
                </a:cubicBezTo>
                <a:cubicBezTo>
                  <a:pt x="115665" y="-14089"/>
                  <a:pt x="140894" y="11139"/>
                  <a:pt x="140894" y="42268"/>
                </a:cubicBezTo>
                <a:lnTo>
                  <a:pt x="140894" y="70447"/>
                </a:lnTo>
                <a:cubicBezTo>
                  <a:pt x="156436" y="70447"/>
                  <a:pt x="169072" y="83083"/>
                  <a:pt x="169072" y="98626"/>
                </a:cubicBezTo>
                <a:lnTo>
                  <a:pt x="169072" y="197251"/>
                </a:lnTo>
                <a:cubicBezTo>
                  <a:pt x="169072" y="212793"/>
                  <a:pt x="156436" y="225430"/>
                  <a:pt x="140894" y="225430"/>
                </a:cubicBezTo>
                <a:lnTo>
                  <a:pt x="28179" y="225430"/>
                </a:lnTo>
                <a:cubicBezTo>
                  <a:pt x="12636" y="225430"/>
                  <a:pt x="0" y="212793"/>
                  <a:pt x="0" y="197251"/>
                </a:cubicBezTo>
                <a:lnTo>
                  <a:pt x="0" y="98626"/>
                </a:lnTo>
                <a:cubicBezTo>
                  <a:pt x="0" y="83083"/>
                  <a:pt x="12636" y="70447"/>
                  <a:pt x="28179" y="70447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8" name="Text 16"/>
          <p:cNvSpPr/>
          <p:nvPr/>
        </p:nvSpPr>
        <p:spPr>
          <a:xfrm>
            <a:off x="3620381" y="3198813"/>
            <a:ext cx="205704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Authentication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25078" y="3536958"/>
            <a:ext cx="2047655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Supabase/PostgreSQL auth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29773" y="3875103"/>
            <a:ext cx="203826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82228" y="3198813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221291" y="122666"/>
                </a:moveTo>
                <a:cubicBezTo>
                  <a:pt x="226795" y="117162"/>
                  <a:pt x="226795" y="108224"/>
                  <a:pt x="221291" y="102720"/>
                </a:cubicBezTo>
                <a:lnTo>
                  <a:pt x="150844" y="32273"/>
                </a:lnTo>
                <a:cubicBezTo>
                  <a:pt x="145341" y="26770"/>
                  <a:pt x="136403" y="26770"/>
                  <a:pt x="130899" y="32273"/>
                </a:cubicBezTo>
                <a:cubicBezTo>
                  <a:pt x="125395" y="37777"/>
                  <a:pt x="125395" y="46715"/>
                  <a:pt x="130899" y="52219"/>
                </a:cubicBezTo>
                <a:lnTo>
                  <a:pt x="177306" y="98626"/>
                </a:lnTo>
                <a:lnTo>
                  <a:pt x="14089" y="98626"/>
                </a:lnTo>
                <a:cubicBezTo>
                  <a:pt x="6296" y="98626"/>
                  <a:pt x="0" y="104922"/>
                  <a:pt x="0" y="112715"/>
                </a:cubicBezTo>
                <a:cubicBezTo>
                  <a:pt x="0" y="120508"/>
                  <a:pt x="6296" y="126804"/>
                  <a:pt x="14089" y="126804"/>
                </a:cubicBezTo>
                <a:lnTo>
                  <a:pt x="177306" y="126804"/>
                </a:lnTo>
                <a:lnTo>
                  <a:pt x="130899" y="173211"/>
                </a:lnTo>
                <a:cubicBezTo>
                  <a:pt x="125395" y="178715"/>
                  <a:pt x="125395" y="187653"/>
                  <a:pt x="130899" y="193156"/>
                </a:cubicBezTo>
                <a:cubicBezTo>
                  <a:pt x="136403" y="198660"/>
                  <a:pt x="145341" y="198660"/>
                  <a:pt x="150844" y="193156"/>
                </a:cubicBezTo>
                <a:lnTo>
                  <a:pt x="221291" y="12271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2" name="Shape 20"/>
          <p:cNvSpPr/>
          <p:nvPr/>
        </p:nvSpPr>
        <p:spPr>
          <a:xfrm>
            <a:off x="6393639" y="2402295"/>
            <a:ext cx="2288113" cy="1818468"/>
          </a:xfrm>
          <a:custGeom>
            <a:avLst/>
            <a:gdLst/>
            <a:ahLst/>
            <a:cxnLst/>
            <a:rect l="l" t="t" r="r" b="b"/>
            <a:pathLst>
              <a:path w="2288113" h="1818468">
                <a:moveTo>
                  <a:pt x="75139" y="0"/>
                </a:moveTo>
                <a:lnTo>
                  <a:pt x="2212974" y="0"/>
                </a:lnTo>
                <a:cubicBezTo>
                  <a:pt x="2254472" y="0"/>
                  <a:pt x="2288113" y="33641"/>
                  <a:pt x="2288113" y="75139"/>
                </a:cubicBezTo>
                <a:lnTo>
                  <a:pt x="2288113" y="1743329"/>
                </a:lnTo>
                <a:cubicBezTo>
                  <a:pt x="2288113" y="1784827"/>
                  <a:pt x="2254472" y="1818468"/>
                  <a:pt x="2212974" y="1818468"/>
                </a:cubicBezTo>
                <a:lnTo>
                  <a:pt x="75139" y="1818468"/>
                </a:lnTo>
                <a:cubicBezTo>
                  <a:pt x="33641" y="1818468"/>
                  <a:pt x="0" y="1784827"/>
                  <a:pt x="0" y="1743329"/>
                </a:cubicBezTo>
                <a:lnTo>
                  <a:pt x="0" y="75139"/>
                </a:lnTo>
                <a:cubicBezTo>
                  <a:pt x="0" y="33641"/>
                  <a:pt x="33641" y="0"/>
                  <a:pt x="7513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6221" y="2560096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263002" y="0"/>
                </a:moveTo>
                <a:lnTo>
                  <a:pt x="263002" y="0"/>
                </a:lnTo>
                <a:cubicBezTo>
                  <a:pt x="408156" y="0"/>
                  <a:pt x="526003" y="117847"/>
                  <a:pt x="526003" y="263002"/>
                </a:cubicBezTo>
                <a:lnTo>
                  <a:pt x="526003" y="263002"/>
                </a:lnTo>
                <a:cubicBezTo>
                  <a:pt x="526003" y="408156"/>
                  <a:pt x="408156" y="526003"/>
                  <a:pt x="263002" y="526003"/>
                </a:cubicBezTo>
                <a:lnTo>
                  <a:pt x="263002" y="526003"/>
                </a:lnTo>
                <a:cubicBezTo>
                  <a:pt x="117847" y="526003"/>
                  <a:pt x="0" y="408156"/>
                  <a:pt x="0" y="263002"/>
                </a:cubicBezTo>
                <a:lnTo>
                  <a:pt x="0" y="263002"/>
                </a:lnTo>
                <a:cubicBezTo>
                  <a:pt x="0" y="117847"/>
                  <a:pt x="117847" y="0"/>
                  <a:pt x="263002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412418" y="2710382"/>
            <a:ext cx="253609" cy="225430"/>
          </a:xfrm>
          <a:custGeom>
            <a:avLst/>
            <a:gdLst/>
            <a:ahLst/>
            <a:cxnLst/>
            <a:rect l="l" t="t" r="r" b="b"/>
            <a:pathLst>
              <a:path w="253609" h="225430">
                <a:moveTo>
                  <a:pt x="42268" y="28179"/>
                </a:moveTo>
                <a:cubicBezTo>
                  <a:pt x="26726" y="28179"/>
                  <a:pt x="14089" y="40815"/>
                  <a:pt x="14089" y="56357"/>
                </a:cubicBezTo>
                <a:lnTo>
                  <a:pt x="14089" y="169072"/>
                </a:lnTo>
                <a:cubicBezTo>
                  <a:pt x="14089" y="184615"/>
                  <a:pt x="26726" y="197251"/>
                  <a:pt x="42268" y="197251"/>
                </a:cubicBezTo>
                <a:lnTo>
                  <a:pt x="154983" y="197251"/>
                </a:lnTo>
                <a:cubicBezTo>
                  <a:pt x="170525" y="197251"/>
                  <a:pt x="183162" y="184615"/>
                  <a:pt x="183162" y="169072"/>
                </a:cubicBezTo>
                <a:lnTo>
                  <a:pt x="183162" y="56357"/>
                </a:lnTo>
                <a:cubicBezTo>
                  <a:pt x="183162" y="40815"/>
                  <a:pt x="170525" y="28179"/>
                  <a:pt x="154983" y="28179"/>
                </a:cubicBezTo>
                <a:lnTo>
                  <a:pt x="42268" y="28179"/>
                </a:lnTo>
                <a:close/>
                <a:moveTo>
                  <a:pt x="204296" y="147938"/>
                </a:moveTo>
                <a:lnTo>
                  <a:pt x="236657" y="173828"/>
                </a:lnTo>
                <a:cubicBezTo>
                  <a:pt x="238507" y="175325"/>
                  <a:pt x="240796" y="176117"/>
                  <a:pt x="243174" y="176117"/>
                </a:cubicBezTo>
                <a:cubicBezTo>
                  <a:pt x="248942" y="176117"/>
                  <a:pt x="253609" y="171450"/>
                  <a:pt x="253609" y="165682"/>
                </a:cubicBezTo>
                <a:lnTo>
                  <a:pt x="253609" y="59748"/>
                </a:lnTo>
                <a:cubicBezTo>
                  <a:pt x="253609" y="53980"/>
                  <a:pt x="248942" y="49313"/>
                  <a:pt x="243174" y="49313"/>
                </a:cubicBezTo>
                <a:cubicBezTo>
                  <a:pt x="240796" y="49313"/>
                  <a:pt x="238507" y="50105"/>
                  <a:pt x="236657" y="51602"/>
                </a:cubicBezTo>
                <a:lnTo>
                  <a:pt x="204296" y="77492"/>
                </a:lnTo>
                <a:lnTo>
                  <a:pt x="204296" y="147938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5" name="Text 23"/>
          <p:cNvSpPr/>
          <p:nvPr/>
        </p:nvSpPr>
        <p:spPr>
          <a:xfrm>
            <a:off x="6509171" y="3198813"/>
            <a:ext cx="205704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Creation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13868" y="3536958"/>
            <a:ext cx="2047655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OpenVidu WebRTC setup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18564" y="3875103"/>
            <a:ext cx="203826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870901" y="3198813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221291" y="122666"/>
                </a:moveTo>
                <a:cubicBezTo>
                  <a:pt x="226795" y="117162"/>
                  <a:pt x="226795" y="108224"/>
                  <a:pt x="221291" y="102720"/>
                </a:cubicBezTo>
                <a:lnTo>
                  <a:pt x="150844" y="32273"/>
                </a:lnTo>
                <a:cubicBezTo>
                  <a:pt x="145341" y="26770"/>
                  <a:pt x="136403" y="26770"/>
                  <a:pt x="130899" y="32273"/>
                </a:cubicBezTo>
                <a:cubicBezTo>
                  <a:pt x="125395" y="37777"/>
                  <a:pt x="125395" y="46715"/>
                  <a:pt x="130899" y="52219"/>
                </a:cubicBezTo>
                <a:lnTo>
                  <a:pt x="177306" y="98626"/>
                </a:lnTo>
                <a:lnTo>
                  <a:pt x="14089" y="98626"/>
                </a:lnTo>
                <a:cubicBezTo>
                  <a:pt x="6296" y="98626"/>
                  <a:pt x="0" y="104922"/>
                  <a:pt x="0" y="112715"/>
                </a:cubicBezTo>
                <a:cubicBezTo>
                  <a:pt x="0" y="120508"/>
                  <a:pt x="6296" y="126804"/>
                  <a:pt x="14089" y="126804"/>
                </a:cubicBezTo>
                <a:lnTo>
                  <a:pt x="177306" y="126804"/>
                </a:lnTo>
                <a:lnTo>
                  <a:pt x="130899" y="173211"/>
                </a:lnTo>
                <a:cubicBezTo>
                  <a:pt x="125395" y="178715"/>
                  <a:pt x="125395" y="187653"/>
                  <a:pt x="130899" y="193156"/>
                </a:cubicBezTo>
                <a:cubicBezTo>
                  <a:pt x="136403" y="198660"/>
                  <a:pt x="145341" y="198660"/>
                  <a:pt x="150844" y="193156"/>
                </a:cubicBezTo>
                <a:lnTo>
                  <a:pt x="221291" y="12271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9" name="Shape 27"/>
          <p:cNvSpPr/>
          <p:nvPr/>
        </p:nvSpPr>
        <p:spPr>
          <a:xfrm>
            <a:off x="9282312" y="2402295"/>
            <a:ext cx="2288113" cy="1818468"/>
          </a:xfrm>
          <a:custGeom>
            <a:avLst/>
            <a:gdLst/>
            <a:ahLst/>
            <a:cxnLst/>
            <a:rect l="l" t="t" r="r" b="b"/>
            <a:pathLst>
              <a:path w="2288113" h="1818468">
                <a:moveTo>
                  <a:pt x="75139" y="0"/>
                </a:moveTo>
                <a:lnTo>
                  <a:pt x="2212974" y="0"/>
                </a:lnTo>
                <a:cubicBezTo>
                  <a:pt x="2254472" y="0"/>
                  <a:pt x="2288113" y="33641"/>
                  <a:pt x="2288113" y="75139"/>
                </a:cubicBezTo>
                <a:lnTo>
                  <a:pt x="2288113" y="1743329"/>
                </a:lnTo>
                <a:cubicBezTo>
                  <a:pt x="2288113" y="1784827"/>
                  <a:pt x="2254472" y="1818468"/>
                  <a:pt x="2212974" y="1818468"/>
                </a:cubicBezTo>
                <a:lnTo>
                  <a:pt x="75139" y="1818468"/>
                </a:lnTo>
                <a:cubicBezTo>
                  <a:pt x="33641" y="1818468"/>
                  <a:pt x="0" y="1784827"/>
                  <a:pt x="0" y="1743329"/>
                </a:cubicBezTo>
                <a:lnTo>
                  <a:pt x="0" y="75139"/>
                </a:lnTo>
                <a:cubicBezTo>
                  <a:pt x="0" y="33641"/>
                  <a:pt x="33641" y="0"/>
                  <a:pt x="7513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2032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65011" y="2560096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263002" y="0"/>
                </a:moveTo>
                <a:lnTo>
                  <a:pt x="263002" y="0"/>
                </a:lnTo>
                <a:cubicBezTo>
                  <a:pt x="408156" y="0"/>
                  <a:pt x="526003" y="117847"/>
                  <a:pt x="526003" y="263002"/>
                </a:cubicBezTo>
                <a:lnTo>
                  <a:pt x="526003" y="263002"/>
                </a:lnTo>
                <a:cubicBezTo>
                  <a:pt x="526003" y="408156"/>
                  <a:pt x="408156" y="526003"/>
                  <a:pt x="263002" y="526003"/>
                </a:cubicBezTo>
                <a:lnTo>
                  <a:pt x="263002" y="526003"/>
                </a:lnTo>
                <a:cubicBezTo>
                  <a:pt x="117847" y="526003"/>
                  <a:pt x="0" y="408156"/>
                  <a:pt x="0" y="263002"/>
                </a:cubicBezTo>
                <a:lnTo>
                  <a:pt x="0" y="263002"/>
                </a:lnTo>
                <a:cubicBezTo>
                  <a:pt x="0" y="117847"/>
                  <a:pt x="117847" y="0"/>
                  <a:pt x="263002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329387" y="2710382"/>
            <a:ext cx="197251" cy="225430"/>
          </a:xfrm>
          <a:custGeom>
            <a:avLst/>
            <a:gdLst/>
            <a:ahLst/>
            <a:cxnLst/>
            <a:rect l="l" t="t" r="r" b="b"/>
            <a:pathLst>
              <a:path w="197251" h="225430">
                <a:moveTo>
                  <a:pt x="149171" y="-4359"/>
                </a:moveTo>
                <a:cubicBezTo>
                  <a:pt x="154411" y="-572"/>
                  <a:pt x="156348" y="6296"/>
                  <a:pt x="153970" y="12284"/>
                </a:cubicBezTo>
                <a:lnTo>
                  <a:pt x="119451" y="98626"/>
                </a:lnTo>
                <a:lnTo>
                  <a:pt x="183162" y="98626"/>
                </a:lnTo>
                <a:cubicBezTo>
                  <a:pt x="189106" y="98626"/>
                  <a:pt x="194389" y="102324"/>
                  <a:pt x="196415" y="107916"/>
                </a:cubicBezTo>
                <a:cubicBezTo>
                  <a:pt x="198440" y="113507"/>
                  <a:pt x="196723" y="119760"/>
                  <a:pt x="192188" y="123546"/>
                </a:cubicBezTo>
                <a:lnTo>
                  <a:pt x="65383" y="229216"/>
                </a:lnTo>
                <a:cubicBezTo>
                  <a:pt x="60408" y="233355"/>
                  <a:pt x="53319" y="233575"/>
                  <a:pt x="48080" y="229789"/>
                </a:cubicBezTo>
                <a:cubicBezTo>
                  <a:pt x="42840" y="226002"/>
                  <a:pt x="40903" y="219134"/>
                  <a:pt x="43281" y="213146"/>
                </a:cubicBezTo>
                <a:lnTo>
                  <a:pt x="77800" y="126804"/>
                </a:lnTo>
                <a:lnTo>
                  <a:pt x="14089" y="126804"/>
                </a:lnTo>
                <a:cubicBezTo>
                  <a:pt x="8145" y="126804"/>
                  <a:pt x="2862" y="123106"/>
                  <a:pt x="837" y="117514"/>
                </a:cubicBezTo>
                <a:cubicBezTo>
                  <a:pt x="-1189" y="111922"/>
                  <a:pt x="528" y="105670"/>
                  <a:pt x="5063" y="101884"/>
                </a:cubicBezTo>
                <a:lnTo>
                  <a:pt x="131868" y="-3787"/>
                </a:lnTo>
                <a:cubicBezTo>
                  <a:pt x="136843" y="-7925"/>
                  <a:pt x="143932" y="-8145"/>
                  <a:pt x="149171" y="-435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2" name="Text 30"/>
          <p:cNvSpPr/>
          <p:nvPr/>
        </p:nvSpPr>
        <p:spPr>
          <a:xfrm>
            <a:off x="9397844" y="3198813"/>
            <a:ext cx="205704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 Handling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02541" y="3536958"/>
            <a:ext cx="2047655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LiveKit + Redis realtime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407237" y="3875103"/>
            <a:ext cx="203826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9475" y="4765553"/>
            <a:ext cx="5615083" cy="2261813"/>
          </a:xfrm>
          <a:custGeom>
            <a:avLst/>
            <a:gdLst/>
            <a:ahLst/>
            <a:cxnLst/>
            <a:rect l="l" t="t" r="r" b="b"/>
            <a:pathLst>
              <a:path w="5615083" h="2261813">
                <a:moveTo>
                  <a:pt x="112706" y="0"/>
                </a:moveTo>
                <a:lnTo>
                  <a:pt x="5502377" y="0"/>
                </a:lnTo>
                <a:cubicBezTo>
                  <a:pt x="5564623" y="0"/>
                  <a:pt x="5615083" y="50460"/>
                  <a:pt x="5615083" y="112706"/>
                </a:cubicBezTo>
                <a:lnTo>
                  <a:pt x="5615083" y="2149107"/>
                </a:lnTo>
                <a:cubicBezTo>
                  <a:pt x="5615083" y="2211353"/>
                  <a:pt x="5564623" y="2261813"/>
                  <a:pt x="5502377" y="2261813"/>
                </a:cubicBezTo>
                <a:lnTo>
                  <a:pt x="112706" y="2261813"/>
                </a:lnTo>
                <a:cubicBezTo>
                  <a:pt x="50460" y="2261813"/>
                  <a:pt x="0" y="2211353"/>
                  <a:pt x="0" y="2149107"/>
                </a:cubicBezTo>
                <a:lnTo>
                  <a:pt x="0" y="112706"/>
                </a:lnTo>
                <a:cubicBezTo>
                  <a:pt x="0" y="50460"/>
                  <a:pt x="50460" y="0"/>
                  <a:pt x="112706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571" y="4994740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85307" y="1908"/>
                </a:moveTo>
                <a:cubicBezTo>
                  <a:pt x="90774" y="-624"/>
                  <a:pt x="97085" y="-624"/>
                  <a:pt x="102552" y="1908"/>
                </a:cubicBezTo>
                <a:lnTo>
                  <a:pt x="182758" y="38966"/>
                </a:lnTo>
                <a:cubicBezTo>
                  <a:pt x="185877" y="40397"/>
                  <a:pt x="187858" y="43516"/>
                  <a:pt x="187858" y="46965"/>
                </a:cubicBezTo>
                <a:cubicBezTo>
                  <a:pt x="187858" y="50414"/>
                  <a:pt x="185877" y="53532"/>
                  <a:pt x="182758" y="54963"/>
                </a:cubicBezTo>
                <a:lnTo>
                  <a:pt x="102552" y="92021"/>
                </a:lnTo>
                <a:cubicBezTo>
                  <a:pt x="97085" y="94553"/>
                  <a:pt x="90774" y="94553"/>
                  <a:pt x="85307" y="92021"/>
                </a:cubicBezTo>
                <a:lnTo>
                  <a:pt x="5100" y="54963"/>
                </a:lnTo>
                <a:cubicBezTo>
                  <a:pt x="1981" y="53496"/>
                  <a:pt x="0" y="50377"/>
                  <a:pt x="0" y="46965"/>
                </a:cubicBezTo>
                <a:cubicBezTo>
                  <a:pt x="0" y="43552"/>
                  <a:pt x="1981" y="40397"/>
                  <a:pt x="5100" y="38966"/>
                </a:cubicBezTo>
                <a:lnTo>
                  <a:pt x="85307" y="1908"/>
                </a:lnTo>
                <a:close/>
                <a:moveTo>
                  <a:pt x="17648" y="80133"/>
                </a:moveTo>
                <a:lnTo>
                  <a:pt x="77932" y="107982"/>
                </a:lnTo>
                <a:cubicBezTo>
                  <a:pt x="88095" y="112678"/>
                  <a:pt x="99800" y="112678"/>
                  <a:pt x="109963" y="107982"/>
                </a:cubicBezTo>
                <a:lnTo>
                  <a:pt x="170247" y="80133"/>
                </a:lnTo>
                <a:lnTo>
                  <a:pt x="182758" y="85930"/>
                </a:lnTo>
                <a:cubicBezTo>
                  <a:pt x="185877" y="87361"/>
                  <a:pt x="187858" y="90480"/>
                  <a:pt x="187858" y="93929"/>
                </a:cubicBezTo>
                <a:cubicBezTo>
                  <a:pt x="187858" y="97378"/>
                  <a:pt x="185877" y="100497"/>
                  <a:pt x="182758" y="101928"/>
                </a:cubicBezTo>
                <a:lnTo>
                  <a:pt x="102552" y="138986"/>
                </a:lnTo>
                <a:cubicBezTo>
                  <a:pt x="97085" y="141517"/>
                  <a:pt x="90774" y="141517"/>
                  <a:pt x="85307" y="138986"/>
                </a:cubicBezTo>
                <a:lnTo>
                  <a:pt x="5100" y="101928"/>
                </a:lnTo>
                <a:cubicBezTo>
                  <a:pt x="1981" y="100460"/>
                  <a:pt x="0" y="97341"/>
                  <a:pt x="0" y="93929"/>
                </a:cubicBezTo>
                <a:cubicBezTo>
                  <a:pt x="0" y="90517"/>
                  <a:pt x="1981" y="87361"/>
                  <a:pt x="5100" y="85930"/>
                </a:cubicBezTo>
                <a:lnTo>
                  <a:pt x="17612" y="80133"/>
                </a:lnTo>
                <a:close/>
                <a:moveTo>
                  <a:pt x="5100" y="132895"/>
                </a:moveTo>
                <a:lnTo>
                  <a:pt x="17612" y="127098"/>
                </a:lnTo>
                <a:lnTo>
                  <a:pt x="77895" y="154946"/>
                </a:lnTo>
                <a:cubicBezTo>
                  <a:pt x="88059" y="159643"/>
                  <a:pt x="99763" y="159643"/>
                  <a:pt x="109926" y="154946"/>
                </a:cubicBezTo>
                <a:lnTo>
                  <a:pt x="170210" y="127098"/>
                </a:lnTo>
                <a:lnTo>
                  <a:pt x="182721" y="132895"/>
                </a:lnTo>
                <a:cubicBezTo>
                  <a:pt x="185840" y="134326"/>
                  <a:pt x="187822" y="137445"/>
                  <a:pt x="187822" y="140894"/>
                </a:cubicBezTo>
                <a:cubicBezTo>
                  <a:pt x="187822" y="144343"/>
                  <a:pt x="185840" y="147461"/>
                  <a:pt x="182721" y="148892"/>
                </a:cubicBezTo>
                <a:lnTo>
                  <a:pt x="102515" y="185950"/>
                </a:lnTo>
                <a:cubicBezTo>
                  <a:pt x="97048" y="188482"/>
                  <a:pt x="90737" y="188482"/>
                  <a:pt x="85270" y="185950"/>
                </a:cubicBezTo>
                <a:lnTo>
                  <a:pt x="5100" y="148892"/>
                </a:lnTo>
                <a:cubicBezTo>
                  <a:pt x="1981" y="147425"/>
                  <a:pt x="0" y="144306"/>
                  <a:pt x="0" y="140894"/>
                </a:cubicBezTo>
                <a:cubicBezTo>
                  <a:pt x="0" y="137481"/>
                  <a:pt x="1981" y="134326"/>
                  <a:pt x="5100" y="132895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7" name="Text 35"/>
          <p:cNvSpPr/>
          <p:nvPr/>
        </p:nvSpPr>
        <p:spPr>
          <a:xfrm>
            <a:off x="805912" y="4957168"/>
            <a:ext cx="509095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1089" y="5370456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3198" y="5483172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8786" y="9393"/>
                </a:moveTo>
                <a:cubicBezTo>
                  <a:pt x="8424" y="9393"/>
                  <a:pt x="0" y="17817"/>
                  <a:pt x="0" y="28179"/>
                </a:cubicBezTo>
                <a:lnTo>
                  <a:pt x="0" y="46965"/>
                </a:lnTo>
                <a:cubicBezTo>
                  <a:pt x="0" y="57326"/>
                  <a:pt x="8424" y="65750"/>
                  <a:pt x="18786" y="65750"/>
                </a:cubicBezTo>
                <a:lnTo>
                  <a:pt x="112715" y="65750"/>
                </a:lnTo>
                <a:cubicBezTo>
                  <a:pt x="123077" y="65750"/>
                  <a:pt x="131501" y="57326"/>
                  <a:pt x="131501" y="46965"/>
                </a:cubicBezTo>
                <a:lnTo>
                  <a:pt x="131501" y="28179"/>
                </a:lnTo>
                <a:cubicBezTo>
                  <a:pt x="131501" y="17817"/>
                  <a:pt x="123077" y="9393"/>
                  <a:pt x="112715" y="9393"/>
                </a:cubicBezTo>
                <a:lnTo>
                  <a:pt x="18786" y="9393"/>
                </a:lnTo>
                <a:close/>
                <a:moveTo>
                  <a:pt x="82188" y="30527"/>
                </a:moveTo>
                <a:cubicBezTo>
                  <a:pt x="86076" y="30527"/>
                  <a:pt x="89233" y="33684"/>
                  <a:pt x="89233" y="37572"/>
                </a:cubicBezTo>
                <a:cubicBezTo>
                  <a:pt x="89233" y="41460"/>
                  <a:pt x="86076" y="44616"/>
                  <a:pt x="82188" y="44616"/>
                </a:cubicBezTo>
                <a:cubicBezTo>
                  <a:pt x="78300" y="44616"/>
                  <a:pt x="75143" y="41460"/>
                  <a:pt x="75143" y="37572"/>
                </a:cubicBezTo>
                <a:cubicBezTo>
                  <a:pt x="75143" y="33684"/>
                  <a:pt x="78300" y="30527"/>
                  <a:pt x="82188" y="30527"/>
                </a:cubicBezTo>
                <a:close/>
                <a:moveTo>
                  <a:pt x="98626" y="37572"/>
                </a:moveTo>
                <a:cubicBezTo>
                  <a:pt x="98626" y="33684"/>
                  <a:pt x="101782" y="30527"/>
                  <a:pt x="105670" y="30527"/>
                </a:cubicBezTo>
                <a:cubicBezTo>
                  <a:pt x="109558" y="30527"/>
                  <a:pt x="112715" y="33684"/>
                  <a:pt x="112715" y="37572"/>
                </a:cubicBezTo>
                <a:cubicBezTo>
                  <a:pt x="112715" y="41460"/>
                  <a:pt x="109558" y="44616"/>
                  <a:pt x="105670" y="44616"/>
                </a:cubicBezTo>
                <a:cubicBezTo>
                  <a:pt x="101782" y="44616"/>
                  <a:pt x="98626" y="41460"/>
                  <a:pt x="98626" y="37572"/>
                </a:cubicBezTo>
                <a:close/>
                <a:moveTo>
                  <a:pt x="18786" y="84536"/>
                </a:moveTo>
                <a:cubicBezTo>
                  <a:pt x="8424" y="84536"/>
                  <a:pt x="0" y="92960"/>
                  <a:pt x="0" y="103322"/>
                </a:cubicBezTo>
                <a:lnTo>
                  <a:pt x="0" y="122108"/>
                </a:lnTo>
                <a:cubicBezTo>
                  <a:pt x="0" y="132469"/>
                  <a:pt x="8424" y="140894"/>
                  <a:pt x="18786" y="140894"/>
                </a:cubicBezTo>
                <a:lnTo>
                  <a:pt x="112715" y="140894"/>
                </a:lnTo>
                <a:cubicBezTo>
                  <a:pt x="123077" y="140894"/>
                  <a:pt x="131501" y="132469"/>
                  <a:pt x="131501" y="122108"/>
                </a:cubicBezTo>
                <a:lnTo>
                  <a:pt x="131501" y="103322"/>
                </a:lnTo>
                <a:cubicBezTo>
                  <a:pt x="131501" y="92960"/>
                  <a:pt x="123077" y="84536"/>
                  <a:pt x="112715" y="84536"/>
                </a:cubicBezTo>
                <a:lnTo>
                  <a:pt x="18786" y="84536"/>
                </a:lnTo>
                <a:close/>
                <a:moveTo>
                  <a:pt x="82188" y="105670"/>
                </a:moveTo>
                <a:cubicBezTo>
                  <a:pt x="86076" y="105670"/>
                  <a:pt x="89233" y="108827"/>
                  <a:pt x="89233" y="112715"/>
                </a:cubicBezTo>
                <a:cubicBezTo>
                  <a:pt x="89233" y="116603"/>
                  <a:pt x="86076" y="119760"/>
                  <a:pt x="82188" y="119760"/>
                </a:cubicBezTo>
                <a:cubicBezTo>
                  <a:pt x="78300" y="119760"/>
                  <a:pt x="75143" y="116603"/>
                  <a:pt x="75143" y="112715"/>
                </a:cubicBezTo>
                <a:cubicBezTo>
                  <a:pt x="75143" y="108827"/>
                  <a:pt x="78300" y="105670"/>
                  <a:pt x="82188" y="105670"/>
                </a:cubicBezTo>
                <a:close/>
                <a:moveTo>
                  <a:pt x="98626" y="112715"/>
                </a:moveTo>
                <a:cubicBezTo>
                  <a:pt x="98626" y="108827"/>
                  <a:pt x="101782" y="105670"/>
                  <a:pt x="105670" y="105670"/>
                </a:cubicBezTo>
                <a:cubicBezTo>
                  <a:pt x="109558" y="105670"/>
                  <a:pt x="112715" y="108827"/>
                  <a:pt x="112715" y="112715"/>
                </a:cubicBezTo>
                <a:cubicBezTo>
                  <a:pt x="112715" y="116603"/>
                  <a:pt x="109558" y="119760"/>
                  <a:pt x="105670" y="119760"/>
                </a:cubicBezTo>
                <a:cubicBezTo>
                  <a:pt x="101782" y="119760"/>
                  <a:pt x="98626" y="116603"/>
                  <a:pt x="98626" y="112715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0" name="Text 38"/>
          <p:cNvSpPr/>
          <p:nvPr/>
        </p:nvSpPr>
        <p:spPr>
          <a:xfrm>
            <a:off x="1059522" y="5370456"/>
            <a:ext cx="2827267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 API Gateway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59521" y="5595886"/>
            <a:ext cx="281787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endpoints, JWT security, request routing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1089" y="5896459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3198" y="6009175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31501" y="60408"/>
                </a:moveTo>
                <a:cubicBezTo>
                  <a:pt x="127157" y="63285"/>
                  <a:pt x="122167" y="65604"/>
                  <a:pt x="116971" y="67453"/>
                </a:cubicBezTo>
                <a:cubicBezTo>
                  <a:pt x="103175" y="72384"/>
                  <a:pt x="85065" y="75143"/>
                  <a:pt x="65750" y="75143"/>
                </a:cubicBezTo>
                <a:cubicBezTo>
                  <a:pt x="46436" y="75143"/>
                  <a:pt x="28296" y="72355"/>
                  <a:pt x="14530" y="67453"/>
                </a:cubicBezTo>
                <a:cubicBezTo>
                  <a:pt x="9364" y="65604"/>
                  <a:pt x="4344" y="63285"/>
                  <a:pt x="0" y="60408"/>
                </a:cubicBezTo>
                <a:lnTo>
                  <a:pt x="0" y="84536"/>
                </a:lnTo>
                <a:cubicBezTo>
                  <a:pt x="0" y="97510"/>
                  <a:pt x="29441" y="108018"/>
                  <a:pt x="65750" y="108018"/>
                </a:cubicBezTo>
                <a:cubicBezTo>
                  <a:pt x="102060" y="108018"/>
                  <a:pt x="131501" y="97510"/>
                  <a:pt x="131501" y="84536"/>
                </a:cubicBezTo>
                <a:lnTo>
                  <a:pt x="131501" y="60408"/>
                </a:lnTo>
                <a:close/>
                <a:moveTo>
                  <a:pt x="131501" y="37572"/>
                </a:moveTo>
                <a:lnTo>
                  <a:pt x="131501" y="23482"/>
                </a:lnTo>
                <a:cubicBezTo>
                  <a:pt x="131501" y="10508"/>
                  <a:pt x="102060" y="0"/>
                  <a:pt x="65750" y="0"/>
                </a:cubicBezTo>
                <a:cubicBezTo>
                  <a:pt x="29441" y="0"/>
                  <a:pt x="0" y="10508"/>
                  <a:pt x="0" y="23482"/>
                </a:cubicBezTo>
                <a:lnTo>
                  <a:pt x="0" y="37572"/>
                </a:lnTo>
                <a:cubicBezTo>
                  <a:pt x="0" y="50546"/>
                  <a:pt x="29441" y="61054"/>
                  <a:pt x="65750" y="61054"/>
                </a:cubicBezTo>
                <a:cubicBezTo>
                  <a:pt x="102060" y="61054"/>
                  <a:pt x="131501" y="50546"/>
                  <a:pt x="131501" y="37572"/>
                </a:cubicBezTo>
                <a:close/>
                <a:moveTo>
                  <a:pt x="116971" y="114417"/>
                </a:moveTo>
                <a:cubicBezTo>
                  <a:pt x="103205" y="119319"/>
                  <a:pt x="85094" y="122108"/>
                  <a:pt x="65750" y="122108"/>
                </a:cubicBezTo>
                <a:cubicBezTo>
                  <a:pt x="46407" y="122108"/>
                  <a:pt x="28296" y="119319"/>
                  <a:pt x="14530" y="114417"/>
                </a:cubicBezTo>
                <a:cubicBezTo>
                  <a:pt x="9364" y="112568"/>
                  <a:pt x="4344" y="110249"/>
                  <a:pt x="0" y="107373"/>
                </a:cubicBezTo>
                <a:lnTo>
                  <a:pt x="0" y="126804"/>
                </a:lnTo>
                <a:cubicBezTo>
                  <a:pt x="0" y="139778"/>
                  <a:pt x="29441" y="150287"/>
                  <a:pt x="65750" y="150287"/>
                </a:cubicBezTo>
                <a:cubicBezTo>
                  <a:pt x="102060" y="150287"/>
                  <a:pt x="131501" y="139778"/>
                  <a:pt x="131501" y="126804"/>
                </a:cubicBezTo>
                <a:lnTo>
                  <a:pt x="131501" y="107373"/>
                </a:lnTo>
                <a:cubicBezTo>
                  <a:pt x="127157" y="110249"/>
                  <a:pt x="122167" y="112568"/>
                  <a:pt x="116971" y="114417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4" name="Text 42"/>
          <p:cNvSpPr/>
          <p:nvPr/>
        </p:nvSpPr>
        <p:spPr>
          <a:xfrm>
            <a:off x="1059522" y="5896459"/>
            <a:ext cx="2630015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 PostgreSQL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9521" y="6121889"/>
            <a:ext cx="262062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data, session metadata, attendance logs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1089" y="6422462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74411" y="6535178"/>
            <a:ext cx="169072" cy="150287"/>
          </a:xfrm>
          <a:custGeom>
            <a:avLst/>
            <a:gdLst/>
            <a:ahLst/>
            <a:cxnLst/>
            <a:rect l="l" t="t" r="r" b="b"/>
            <a:pathLst>
              <a:path w="169072" h="150287">
                <a:moveTo>
                  <a:pt x="28179" y="18786"/>
                </a:moveTo>
                <a:cubicBezTo>
                  <a:pt x="17817" y="18786"/>
                  <a:pt x="9393" y="27210"/>
                  <a:pt x="9393" y="37572"/>
                </a:cubicBezTo>
                <a:lnTo>
                  <a:pt x="9393" y="112715"/>
                </a:lnTo>
                <a:cubicBezTo>
                  <a:pt x="9393" y="123077"/>
                  <a:pt x="17817" y="131501"/>
                  <a:pt x="28179" y="131501"/>
                </a:cubicBezTo>
                <a:lnTo>
                  <a:pt x="103322" y="131501"/>
                </a:lnTo>
                <a:cubicBezTo>
                  <a:pt x="113684" y="131501"/>
                  <a:pt x="122108" y="123077"/>
                  <a:pt x="122108" y="112715"/>
                </a:cubicBezTo>
                <a:lnTo>
                  <a:pt x="122108" y="37572"/>
                </a:lnTo>
                <a:cubicBezTo>
                  <a:pt x="122108" y="27210"/>
                  <a:pt x="113684" y="18786"/>
                  <a:pt x="103322" y="18786"/>
                </a:cubicBezTo>
                <a:lnTo>
                  <a:pt x="28179" y="18786"/>
                </a:lnTo>
                <a:close/>
                <a:moveTo>
                  <a:pt x="136197" y="98626"/>
                </a:moveTo>
                <a:lnTo>
                  <a:pt x="157772" y="115885"/>
                </a:lnTo>
                <a:cubicBezTo>
                  <a:pt x="159004" y="116883"/>
                  <a:pt x="160531" y="117411"/>
                  <a:pt x="162116" y="117411"/>
                </a:cubicBezTo>
                <a:cubicBezTo>
                  <a:pt x="165961" y="117411"/>
                  <a:pt x="169072" y="114300"/>
                  <a:pt x="169072" y="110455"/>
                </a:cubicBezTo>
                <a:lnTo>
                  <a:pt x="169072" y="39832"/>
                </a:lnTo>
                <a:cubicBezTo>
                  <a:pt x="169072" y="35987"/>
                  <a:pt x="165961" y="32875"/>
                  <a:pt x="162116" y="32875"/>
                </a:cubicBezTo>
                <a:cubicBezTo>
                  <a:pt x="160531" y="32875"/>
                  <a:pt x="159004" y="33404"/>
                  <a:pt x="157772" y="34402"/>
                </a:cubicBezTo>
                <a:lnTo>
                  <a:pt x="136197" y="51661"/>
                </a:lnTo>
                <a:lnTo>
                  <a:pt x="136197" y="98626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8" name="Text 46"/>
          <p:cNvSpPr/>
          <p:nvPr/>
        </p:nvSpPr>
        <p:spPr>
          <a:xfrm>
            <a:off x="1059521" y="6422462"/>
            <a:ext cx="253608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OpenVidu Media Server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59522" y="6647892"/>
            <a:ext cx="252669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handling, video routing, recording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2631" y="4765553"/>
            <a:ext cx="5615083" cy="2261813"/>
          </a:xfrm>
          <a:custGeom>
            <a:avLst/>
            <a:gdLst/>
            <a:ahLst/>
            <a:cxnLst/>
            <a:rect l="l" t="t" r="r" b="b"/>
            <a:pathLst>
              <a:path w="5615083" h="2261813">
                <a:moveTo>
                  <a:pt x="112706" y="0"/>
                </a:moveTo>
                <a:lnTo>
                  <a:pt x="5502377" y="0"/>
                </a:lnTo>
                <a:cubicBezTo>
                  <a:pt x="5564623" y="0"/>
                  <a:pt x="5615083" y="50460"/>
                  <a:pt x="5615083" y="112706"/>
                </a:cubicBezTo>
                <a:lnTo>
                  <a:pt x="5615083" y="2149107"/>
                </a:lnTo>
                <a:cubicBezTo>
                  <a:pt x="5615083" y="2211353"/>
                  <a:pt x="5564623" y="2261813"/>
                  <a:pt x="5502377" y="2261813"/>
                </a:cubicBezTo>
                <a:lnTo>
                  <a:pt x="112706" y="2261813"/>
                </a:lnTo>
                <a:cubicBezTo>
                  <a:pt x="50460" y="2261813"/>
                  <a:pt x="0" y="2211353"/>
                  <a:pt x="0" y="2149107"/>
                </a:cubicBezTo>
                <a:lnTo>
                  <a:pt x="0" y="112706"/>
                </a:lnTo>
                <a:cubicBezTo>
                  <a:pt x="0" y="50460"/>
                  <a:pt x="50460" y="0"/>
                  <a:pt x="112706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84246" y="4994740"/>
            <a:ext cx="234823" cy="187858"/>
          </a:xfrm>
          <a:custGeom>
            <a:avLst/>
            <a:gdLst/>
            <a:ahLst/>
            <a:cxnLst/>
            <a:rect l="l" t="t" r="r" b="b"/>
            <a:pathLst>
              <a:path w="234823" h="187858">
                <a:moveTo>
                  <a:pt x="152598" y="77235"/>
                </a:moveTo>
                <a:cubicBezTo>
                  <a:pt x="157074" y="76024"/>
                  <a:pt x="161771" y="78152"/>
                  <a:pt x="163789" y="82298"/>
                </a:cubicBezTo>
                <a:lnTo>
                  <a:pt x="170613" y="96094"/>
                </a:lnTo>
                <a:cubicBezTo>
                  <a:pt x="174393" y="96608"/>
                  <a:pt x="178098" y="97635"/>
                  <a:pt x="181584" y="99066"/>
                </a:cubicBezTo>
                <a:lnTo>
                  <a:pt x="194426" y="90517"/>
                </a:lnTo>
                <a:cubicBezTo>
                  <a:pt x="198279" y="87948"/>
                  <a:pt x="203379" y="88462"/>
                  <a:pt x="206644" y="91728"/>
                </a:cubicBezTo>
                <a:lnTo>
                  <a:pt x="213689" y="98772"/>
                </a:lnTo>
                <a:cubicBezTo>
                  <a:pt x="216954" y="102038"/>
                  <a:pt x="217468" y="107175"/>
                  <a:pt x="214900" y="110990"/>
                </a:cubicBezTo>
                <a:lnTo>
                  <a:pt x="206351" y="123796"/>
                </a:lnTo>
                <a:cubicBezTo>
                  <a:pt x="207048" y="125520"/>
                  <a:pt x="207671" y="127318"/>
                  <a:pt x="208185" y="129189"/>
                </a:cubicBezTo>
                <a:cubicBezTo>
                  <a:pt x="208699" y="131060"/>
                  <a:pt x="209029" y="132895"/>
                  <a:pt x="209286" y="134766"/>
                </a:cubicBezTo>
                <a:lnTo>
                  <a:pt x="223118" y="141591"/>
                </a:lnTo>
                <a:cubicBezTo>
                  <a:pt x="227264" y="143646"/>
                  <a:pt x="229393" y="148342"/>
                  <a:pt x="228182" y="152782"/>
                </a:cubicBezTo>
                <a:lnTo>
                  <a:pt x="225613" y="162395"/>
                </a:lnTo>
                <a:cubicBezTo>
                  <a:pt x="224403" y="166834"/>
                  <a:pt x="220256" y="169843"/>
                  <a:pt x="215633" y="169549"/>
                </a:cubicBezTo>
                <a:lnTo>
                  <a:pt x="200223" y="168559"/>
                </a:lnTo>
                <a:cubicBezTo>
                  <a:pt x="197912" y="171531"/>
                  <a:pt x="195233" y="174283"/>
                  <a:pt x="192188" y="176631"/>
                </a:cubicBezTo>
                <a:lnTo>
                  <a:pt x="193178" y="192004"/>
                </a:lnTo>
                <a:cubicBezTo>
                  <a:pt x="193472" y="196627"/>
                  <a:pt x="190463" y="200810"/>
                  <a:pt x="186024" y="201984"/>
                </a:cubicBezTo>
                <a:lnTo>
                  <a:pt x="176411" y="204553"/>
                </a:lnTo>
                <a:cubicBezTo>
                  <a:pt x="171934" y="205763"/>
                  <a:pt x="167275" y="203635"/>
                  <a:pt x="165220" y="199489"/>
                </a:cubicBezTo>
                <a:lnTo>
                  <a:pt x="158395" y="185693"/>
                </a:lnTo>
                <a:cubicBezTo>
                  <a:pt x="154616" y="185180"/>
                  <a:pt x="150910" y="184152"/>
                  <a:pt x="147425" y="182721"/>
                </a:cubicBezTo>
                <a:lnTo>
                  <a:pt x="134583" y="191271"/>
                </a:lnTo>
                <a:cubicBezTo>
                  <a:pt x="130730" y="193839"/>
                  <a:pt x="125630" y="193325"/>
                  <a:pt x="122365" y="190060"/>
                </a:cubicBezTo>
                <a:lnTo>
                  <a:pt x="115320" y="183015"/>
                </a:lnTo>
                <a:cubicBezTo>
                  <a:pt x="112055" y="179750"/>
                  <a:pt x="111541" y="174649"/>
                  <a:pt x="114109" y="170797"/>
                </a:cubicBezTo>
                <a:lnTo>
                  <a:pt x="122658" y="157955"/>
                </a:lnTo>
                <a:cubicBezTo>
                  <a:pt x="121961" y="156231"/>
                  <a:pt x="121337" y="154433"/>
                  <a:pt x="120824" y="152561"/>
                </a:cubicBezTo>
                <a:cubicBezTo>
                  <a:pt x="120310" y="150690"/>
                  <a:pt x="119980" y="148819"/>
                  <a:pt x="119723" y="146984"/>
                </a:cubicBezTo>
                <a:lnTo>
                  <a:pt x="105890" y="140160"/>
                </a:lnTo>
                <a:cubicBezTo>
                  <a:pt x="101744" y="138105"/>
                  <a:pt x="99653" y="133409"/>
                  <a:pt x="100827" y="128969"/>
                </a:cubicBezTo>
                <a:lnTo>
                  <a:pt x="103395" y="119356"/>
                </a:lnTo>
                <a:cubicBezTo>
                  <a:pt x="104606" y="114916"/>
                  <a:pt x="108752" y="111908"/>
                  <a:pt x="113375" y="112201"/>
                </a:cubicBezTo>
                <a:lnTo>
                  <a:pt x="128749" y="113192"/>
                </a:lnTo>
                <a:cubicBezTo>
                  <a:pt x="131060" y="110220"/>
                  <a:pt x="133739" y="107468"/>
                  <a:pt x="136784" y="105120"/>
                </a:cubicBezTo>
                <a:lnTo>
                  <a:pt x="135794" y="89783"/>
                </a:lnTo>
                <a:cubicBezTo>
                  <a:pt x="135500" y="85160"/>
                  <a:pt x="138509" y="80977"/>
                  <a:pt x="142948" y="79803"/>
                </a:cubicBezTo>
                <a:lnTo>
                  <a:pt x="152561" y="77235"/>
                </a:lnTo>
                <a:close/>
                <a:moveTo>
                  <a:pt x="164523" y="124750"/>
                </a:moveTo>
                <a:cubicBezTo>
                  <a:pt x="155613" y="124760"/>
                  <a:pt x="148387" y="132002"/>
                  <a:pt x="148397" y="140912"/>
                </a:cubicBezTo>
                <a:cubicBezTo>
                  <a:pt x="148407" y="149822"/>
                  <a:pt x="155649" y="157048"/>
                  <a:pt x="164559" y="157038"/>
                </a:cubicBezTo>
                <a:cubicBezTo>
                  <a:pt x="173470" y="157028"/>
                  <a:pt x="180695" y="149785"/>
                  <a:pt x="180685" y="140875"/>
                </a:cubicBezTo>
                <a:cubicBezTo>
                  <a:pt x="180675" y="131965"/>
                  <a:pt x="173433" y="124739"/>
                  <a:pt x="164523" y="124750"/>
                </a:cubicBezTo>
                <a:close/>
                <a:moveTo>
                  <a:pt x="82518" y="-16694"/>
                </a:moveTo>
                <a:lnTo>
                  <a:pt x="92131" y="-14126"/>
                </a:lnTo>
                <a:cubicBezTo>
                  <a:pt x="96571" y="-12915"/>
                  <a:pt x="99580" y="-8732"/>
                  <a:pt x="99286" y="-4146"/>
                </a:cubicBezTo>
                <a:lnTo>
                  <a:pt x="98295" y="11191"/>
                </a:lnTo>
                <a:cubicBezTo>
                  <a:pt x="101341" y="13539"/>
                  <a:pt x="104019" y="16254"/>
                  <a:pt x="106331" y="19263"/>
                </a:cubicBezTo>
                <a:lnTo>
                  <a:pt x="121741" y="18272"/>
                </a:lnTo>
                <a:cubicBezTo>
                  <a:pt x="126327" y="17979"/>
                  <a:pt x="130510" y="20987"/>
                  <a:pt x="131721" y="25427"/>
                </a:cubicBezTo>
                <a:lnTo>
                  <a:pt x="134289" y="35040"/>
                </a:lnTo>
                <a:cubicBezTo>
                  <a:pt x="135463" y="39480"/>
                  <a:pt x="133372" y="44176"/>
                  <a:pt x="129226" y="46231"/>
                </a:cubicBezTo>
                <a:lnTo>
                  <a:pt x="115393" y="53055"/>
                </a:lnTo>
                <a:cubicBezTo>
                  <a:pt x="115137" y="54927"/>
                  <a:pt x="114770" y="56798"/>
                  <a:pt x="114293" y="58632"/>
                </a:cubicBezTo>
                <a:cubicBezTo>
                  <a:pt x="113816" y="60467"/>
                  <a:pt x="113155" y="62301"/>
                  <a:pt x="112458" y="64026"/>
                </a:cubicBezTo>
                <a:lnTo>
                  <a:pt x="121007" y="76868"/>
                </a:lnTo>
                <a:cubicBezTo>
                  <a:pt x="123576" y="80720"/>
                  <a:pt x="123062" y="85820"/>
                  <a:pt x="119796" y="89086"/>
                </a:cubicBezTo>
                <a:lnTo>
                  <a:pt x="112752" y="96131"/>
                </a:lnTo>
                <a:cubicBezTo>
                  <a:pt x="109486" y="99396"/>
                  <a:pt x="104386" y="99910"/>
                  <a:pt x="100534" y="97341"/>
                </a:cubicBezTo>
                <a:lnTo>
                  <a:pt x="87692" y="88792"/>
                </a:lnTo>
                <a:cubicBezTo>
                  <a:pt x="84206" y="90223"/>
                  <a:pt x="80500" y="91251"/>
                  <a:pt x="76721" y="91764"/>
                </a:cubicBezTo>
                <a:lnTo>
                  <a:pt x="69896" y="105560"/>
                </a:lnTo>
                <a:cubicBezTo>
                  <a:pt x="67842" y="109706"/>
                  <a:pt x="63145" y="111798"/>
                  <a:pt x="58706" y="110624"/>
                </a:cubicBezTo>
                <a:lnTo>
                  <a:pt x="49093" y="108055"/>
                </a:lnTo>
                <a:cubicBezTo>
                  <a:pt x="44616" y="106844"/>
                  <a:pt x="41644" y="102662"/>
                  <a:pt x="41938" y="98075"/>
                </a:cubicBezTo>
                <a:lnTo>
                  <a:pt x="42929" y="82702"/>
                </a:lnTo>
                <a:cubicBezTo>
                  <a:pt x="39883" y="80353"/>
                  <a:pt x="37205" y="77638"/>
                  <a:pt x="34893" y="74630"/>
                </a:cubicBezTo>
                <a:lnTo>
                  <a:pt x="19483" y="75620"/>
                </a:lnTo>
                <a:cubicBezTo>
                  <a:pt x="14897" y="75914"/>
                  <a:pt x="10714" y="72905"/>
                  <a:pt x="9503" y="68466"/>
                </a:cubicBezTo>
                <a:lnTo>
                  <a:pt x="6935" y="58852"/>
                </a:lnTo>
                <a:cubicBezTo>
                  <a:pt x="5760" y="54413"/>
                  <a:pt x="7852" y="49716"/>
                  <a:pt x="11998" y="47662"/>
                </a:cubicBezTo>
                <a:lnTo>
                  <a:pt x="25831" y="40837"/>
                </a:lnTo>
                <a:cubicBezTo>
                  <a:pt x="26087" y="38966"/>
                  <a:pt x="26454" y="37131"/>
                  <a:pt x="26931" y="35260"/>
                </a:cubicBezTo>
                <a:cubicBezTo>
                  <a:pt x="27445" y="33389"/>
                  <a:pt x="28032" y="31591"/>
                  <a:pt x="28766" y="29867"/>
                </a:cubicBezTo>
                <a:lnTo>
                  <a:pt x="20217" y="17061"/>
                </a:lnTo>
                <a:cubicBezTo>
                  <a:pt x="17648" y="13209"/>
                  <a:pt x="18162" y="8109"/>
                  <a:pt x="21428" y="4843"/>
                </a:cubicBezTo>
                <a:lnTo>
                  <a:pt x="28472" y="-2201"/>
                </a:lnTo>
                <a:cubicBezTo>
                  <a:pt x="31738" y="-5467"/>
                  <a:pt x="36838" y="-5981"/>
                  <a:pt x="40690" y="-3412"/>
                </a:cubicBezTo>
                <a:lnTo>
                  <a:pt x="53532" y="5137"/>
                </a:lnTo>
                <a:cubicBezTo>
                  <a:pt x="57018" y="3706"/>
                  <a:pt x="60724" y="2678"/>
                  <a:pt x="64503" y="2165"/>
                </a:cubicBezTo>
                <a:lnTo>
                  <a:pt x="71327" y="-11631"/>
                </a:lnTo>
                <a:cubicBezTo>
                  <a:pt x="73382" y="-15777"/>
                  <a:pt x="78042" y="-17869"/>
                  <a:pt x="82518" y="-16694"/>
                </a:cubicBezTo>
                <a:close/>
                <a:moveTo>
                  <a:pt x="70594" y="30820"/>
                </a:moveTo>
                <a:cubicBezTo>
                  <a:pt x="61683" y="30820"/>
                  <a:pt x="54450" y="38054"/>
                  <a:pt x="54450" y="46965"/>
                </a:cubicBezTo>
                <a:cubicBezTo>
                  <a:pt x="54450" y="55875"/>
                  <a:pt x="61683" y="63109"/>
                  <a:pt x="70594" y="63109"/>
                </a:cubicBezTo>
                <a:cubicBezTo>
                  <a:pt x="79504" y="63109"/>
                  <a:pt x="86738" y="55875"/>
                  <a:pt x="86738" y="46965"/>
                </a:cubicBezTo>
                <a:cubicBezTo>
                  <a:pt x="86738" y="38054"/>
                  <a:pt x="79504" y="30820"/>
                  <a:pt x="70594" y="3082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2" name="Text 50"/>
          <p:cNvSpPr/>
          <p:nvPr/>
        </p:nvSpPr>
        <p:spPr>
          <a:xfrm>
            <a:off x="6619068" y="4957168"/>
            <a:ext cx="509095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Supporting Services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84245" y="5370456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506354" y="5483172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99447" y="-2906"/>
                </a:moveTo>
                <a:cubicBezTo>
                  <a:pt x="102940" y="-382"/>
                  <a:pt x="104232" y="4197"/>
                  <a:pt x="102647" y="8189"/>
                </a:cubicBezTo>
                <a:lnTo>
                  <a:pt x="79634" y="65750"/>
                </a:lnTo>
                <a:lnTo>
                  <a:pt x="122108" y="65750"/>
                </a:lnTo>
                <a:cubicBezTo>
                  <a:pt x="126070" y="65750"/>
                  <a:pt x="129593" y="68216"/>
                  <a:pt x="130943" y="71944"/>
                </a:cubicBezTo>
                <a:cubicBezTo>
                  <a:pt x="132293" y="75672"/>
                  <a:pt x="131149" y="79840"/>
                  <a:pt x="128125" y="82364"/>
                </a:cubicBezTo>
                <a:lnTo>
                  <a:pt x="43589" y="152811"/>
                </a:lnTo>
                <a:cubicBezTo>
                  <a:pt x="40272" y="155570"/>
                  <a:pt x="35546" y="155717"/>
                  <a:pt x="32053" y="153193"/>
                </a:cubicBezTo>
                <a:cubicBezTo>
                  <a:pt x="28560" y="150668"/>
                  <a:pt x="27269" y="146089"/>
                  <a:pt x="28854" y="142097"/>
                </a:cubicBezTo>
                <a:lnTo>
                  <a:pt x="51866" y="84536"/>
                </a:lnTo>
                <a:lnTo>
                  <a:pt x="9393" y="84536"/>
                </a:lnTo>
                <a:cubicBezTo>
                  <a:pt x="5430" y="84536"/>
                  <a:pt x="1908" y="82071"/>
                  <a:pt x="558" y="78343"/>
                </a:cubicBezTo>
                <a:cubicBezTo>
                  <a:pt x="-793" y="74615"/>
                  <a:pt x="352" y="70447"/>
                  <a:pt x="3376" y="67922"/>
                </a:cubicBezTo>
                <a:lnTo>
                  <a:pt x="87912" y="-2524"/>
                </a:lnTo>
                <a:cubicBezTo>
                  <a:pt x="91229" y="-5284"/>
                  <a:pt x="95954" y="-5430"/>
                  <a:pt x="99447" y="-2906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55" name="Text 53"/>
          <p:cNvSpPr/>
          <p:nvPr/>
        </p:nvSpPr>
        <p:spPr>
          <a:xfrm>
            <a:off x="6872677" y="5370456"/>
            <a:ext cx="2601837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LiveKit Signal Server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72676" y="5595886"/>
            <a:ext cx="259244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signaling, participant management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84245" y="5896459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96961" y="6009175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18786" y="18786"/>
                </a:moveTo>
                <a:cubicBezTo>
                  <a:pt x="8424" y="18786"/>
                  <a:pt x="0" y="27210"/>
                  <a:pt x="0" y="37572"/>
                </a:cubicBezTo>
                <a:lnTo>
                  <a:pt x="0" y="39744"/>
                </a:lnTo>
                <a:cubicBezTo>
                  <a:pt x="0" y="41740"/>
                  <a:pt x="1292" y="43442"/>
                  <a:pt x="2965" y="44528"/>
                </a:cubicBezTo>
                <a:cubicBezTo>
                  <a:pt x="6839" y="47053"/>
                  <a:pt x="9393" y="51397"/>
                  <a:pt x="9393" y="56357"/>
                </a:cubicBezTo>
                <a:cubicBezTo>
                  <a:pt x="9393" y="61318"/>
                  <a:pt x="6839" y="65662"/>
                  <a:pt x="2965" y="68187"/>
                </a:cubicBezTo>
                <a:cubicBezTo>
                  <a:pt x="1292" y="69273"/>
                  <a:pt x="0" y="70975"/>
                  <a:pt x="0" y="72971"/>
                </a:cubicBezTo>
                <a:lnTo>
                  <a:pt x="0" y="89233"/>
                </a:lnTo>
                <a:lnTo>
                  <a:pt x="150287" y="89233"/>
                </a:lnTo>
                <a:lnTo>
                  <a:pt x="150287" y="72971"/>
                </a:lnTo>
                <a:cubicBezTo>
                  <a:pt x="150287" y="70975"/>
                  <a:pt x="148995" y="69273"/>
                  <a:pt x="147322" y="68187"/>
                </a:cubicBezTo>
                <a:cubicBezTo>
                  <a:pt x="143447" y="65662"/>
                  <a:pt x="140894" y="61318"/>
                  <a:pt x="140894" y="56357"/>
                </a:cubicBezTo>
                <a:cubicBezTo>
                  <a:pt x="140894" y="51397"/>
                  <a:pt x="143447" y="47053"/>
                  <a:pt x="147322" y="44528"/>
                </a:cubicBezTo>
                <a:cubicBezTo>
                  <a:pt x="148995" y="43442"/>
                  <a:pt x="150287" y="41740"/>
                  <a:pt x="150287" y="39744"/>
                </a:cubicBezTo>
                <a:lnTo>
                  <a:pt x="150287" y="37572"/>
                </a:lnTo>
                <a:cubicBezTo>
                  <a:pt x="150287" y="27210"/>
                  <a:pt x="141862" y="18786"/>
                  <a:pt x="131501" y="18786"/>
                </a:cubicBezTo>
                <a:lnTo>
                  <a:pt x="18786" y="18786"/>
                </a:lnTo>
                <a:close/>
                <a:moveTo>
                  <a:pt x="150287" y="122108"/>
                </a:moveTo>
                <a:lnTo>
                  <a:pt x="150287" y="103322"/>
                </a:lnTo>
                <a:lnTo>
                  <a:pt x="0" y="103322"/>
                </a:lnTo>
                <a:lnTo>
                  <a:pt x="0" y="122108"/>
                </a:lnTo>
                <a:cubicBezTo>
                  <a:pt x="0" y="127303"/>
                  <a:pt x="4197" y="131501"/>
                  <a:pt x="9393" y="131501"/>
                </a:cubicBezTo>
                <a:lnTo>
                  <a:pt x="28179" y="131501"/>
                </a:lnTo>
                <a:lnTo>
                  <a:pt x="28179" y="124456"/>
                </a:lnTo>
                <a:cubicBezTo>
                  <a:pt x="28179" y="120552"/>
                  <a:pt x="31319" y="117411"/>
                  <a:pt x="35223" y="117411"/>
                </a:cubicBezTo>
                <a:cubicBezTo>
                  <a:pt x="39127" y="117411"/>
                  <a:pt x="42268" y="120552"/>
                  <a:pt x="42268" y="124456"/>
                </a:cubicBezTo>
                <a:lnTo>
                  <a:pt x="42268" y="131501"/>
                </a:lnTo>
                <a:lnTo>
                  <a:pt x="68099" y="131501"/>
                </a:lnTo>
                <a:lnTo>
                  <a:pt x="68099" y="124456"/>
                </a:lnTo>
                <a:cubicBezTo>
                  <a:pt x="68099" y="120552"/>
                  <a:pt x="71239" y="117411"/>
                  <a:pt x="75143" y="117411"/>
                </a:cubicBezTo>
                <a:cubicBezTo>
                  <a:pt x="79047" y="117411"/>
                  <a:pt x="82188" y="120552"/>
                  <a:pt x="82188" y="124456"/>
                </a:cubicBezTo>
                <a:lnTo>
                  <a:pt x="82188" y="131501"/>
                </a:lnTo>
                <a:lnTo>
                  <a:pt x="108018" y="131501"/>
                </a:lnTo>
                <a:lnTo>
                  <a:pt x="108018" y="124456"/>
                </a:lnTo>
                <a:cubicBezTo>
                  <a:pt x="108018" y="120552"/>
                  <a:pt x="111159" y="117411"/>
                  <a:pt x="115063" y="117411"/>
                </a:cubicBezTo>
                <a:cubicBezTo>
                  <a:pt x="118967" y="117411"/>
                  <a:pt x="122108" y="120552"/>
                  <a:pt x="122108" y="124456"/>
                </a:cubicBezTo>
                <a:lnTo>
                  <a:pt x="122108" y="131501"/>
                </a:lnTo>
                <a:lnTo>
                  <a:pt x="140894" y="131501"/>
                </a:lnTo>
                <a:cubicBezTo>
                  <a:pt x="146089" y="131501"/>
                  <a:pt x="150287" y="127303"/>
                  <a:pt x="150287" y="122108"/>
                </a:cubicBezTo>
                <a:close/>
                <a:moveTo>
                  <a:pt x="46965" y="46965"/>
                </a:moveTo>
                <a:lnTo>
                  <a:pt x="46965" y="65750"/>
                </a:lnTo>
                <a:cubicBezTo>
                  <a:pt x="46965" y="70946"/>
                  <a:pt x="42767" y="75143"/>
                  <a:pt x="37572" y="75143"/>
                </a:cubicBezTo>
                <a:cubicBezTo>
                  <a:pt x="32376" y="75143"/>
                  <a:pt x="28179" y="70946"/>
                  <a:pt x="28179" y="65750"/>
                </a:cubicBezTo>
                <a:lnTo>
                  <a:pt x="28179" y="46965"/>
                </a:lnTo>
                <a:cubicBezTo>
                  <a:pt x="28179" y="41769"/>
                  <a:pt x="32376" y="37572"/>
                  <a:pt x="37572" y="37572"/>
                </a:cubicBezTo>
                <a:cubicBezTo>
                  <a:pt x="42767" y="37572"/>
                  <a:pt x="46965" y="41769"/>
                  <a:pt x="46965" y="46965"/>
                </a:cubicBezTo>
                <a:close/>
                <a:moveTo>
                  <a:pt x="84536" y="46965"/>
                </a:moveTo>
                <a:lnTo>
                  <a:pt x="84536" y="65750"/>
                </a:lnTo>
                <a:cubicBezTo>
                  <a:pt x="84536" y="70946"/>
                  <a:pt x="80339" y="75143"/>
                  <a:pt x="75143" y="75143"/>
                </a:cubicBezTo>
                <a:cubicBezTo>
                  <a:pt x="69948" y="75143"/>
                  <a:pt x="65750" y="70946"/>
                  <a:pt x="65750" y="65750"/>
                </a:cubicBezTo>
                <a:lnTo>
                  <a:pt x="65750" y="46965"/>
                </a:lnTo>
                <a:cubicBezTo>
                  <a:pt x="65750" y="41769"/>
                  <a:pt x="69948" y="37572"/>
                  <a:pt x="75143" y="37572"/>
                </a:cubicBezTo>
                <a:cubicBezTo>
                  <a:pt x="80339" y="37572"/>
                  <a:pt x="84536" y="41769"/>
                  <a:pt x="84536" y="46965"/>
                </a:cubicBezTo>
                <a:close/>
                <a:moveTo>
                  <a:pt x="122108" y="46965"/>
                </a:moveTo>
                <a:lnTo>
                  <a:pt x="122108" y="65750"/>
                </a:lnTo>
                <a:cubicBezTo>
                  <a:pt x="122108" y="70946"/>
                  <a:pt x="117910" y="75143"/>
                  <a:pt x="112715" y="75143"/>
                </a:cubicBezTo>
                <a:cubicBezTo>
                  <a:pt x="107519" y="75143"/>
                  <a:pt x="103322" y="70946"/>
                  <a:pt x="103322" y="65750"/>
                </a:cubicBezTo>
                <a:lnTo>
                  <a:pt x="103322" y="46965"/>
                </a:lnTo>
                <a:cubicBezTo>
                  <a:pt x="103322" y="41769"/>
                  <a:pt x="107519" y="37572"/>
                  <a:pt x="112715" y="37572"/>
                </a:cubicBezTo>
                <a:cubicBezTo>
                  <a:pt x="117910" y="37572"/>
                  <a:pt x="122108" y="41769"/>
                  <a:pt x="122108" y="46965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59" name="Text 57"/>
          <p:cNvSpPr/>
          <p:nvPr/>
        </p:nvSpPr>
        <p:spPr>
          <a:xfrm>
            <a:off x="6872677" y="5896459"/>
            <a:ext cx="2376407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 Cache Layer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72676" y="6121889"/>
            <a:ext cx="236701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state, token storage, rate limiting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84245" y="6422462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496961" y="6535178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138340" y="1967"/>
                </a:moveTo>
                <a:cubicBezTo>
                  <a:pt x="140219" y="176"/>
                  <a:pt x="142948" y="-470"/>
                  <a:pt x="145473" y="352"/>
                </a:cubicBezTo>
                <a:cubicBezTo>
                  <a:pt x="148349" y="1321"/>
                  <a:pt x="150287" y="4021"/>
                  <a:pt x="150287" y="7045"/>
                </a:cubicBezTo>
                <a:lnTo>
                  <a:pt x="150287" y="61905"/>
                </a:lnTo>
                <a:cubicBezTo>
                  <a:pt x="150287" y="100416"/>
                  <a:pt x="118556" y="131501"/>
                  <a:pt x="80192" y="131501"/>
                </a:cubicBezTo>
                <a:cubicBezTo>
                  <a:pt x="57590" y="131501"/>
                  <a:pt x="38100" y="116971"/>
                  <a:pt x="31026" y="96659"/>
                </a:cubicBezTo>
                <a:cubicBezTo>
                  <a:pt x="20635" y="105700"/>
                  <a:pt x="14089" y="118996"/>
                  <a:pt x="14089" y="133849"/>
                </a:cubicBezTo>
                <a:cubicBezTo>
                  <a:pt x="14089" y="137753"/>
                  <a:pt x="10949" y="140894"/>
                  <a:pt x="7045" y="140894"/>
                </a:cubicBezTo>
                <a:cubicBezTo>
                  <a:pt x="3141" y="140894"/>
                  <a:pt x="0" y="137753"/>
                  <a:pt x="0" y="133849"/>
                </a:cubicBezTo>
                <a:cubicBezTo>
                  <a:pt x="0" y="111864"/>
                  <a:pt x="11213" y="92491"/>
                  <a:pt x="28208" y="81102"/>
                </a:cubicBezTo>
                <a:cubicBezTo>
                  <a:pt x="38570" y="74175"/>
                  <a:pt x="50927" y="70447"/>
                  <a:pt x="63402" y="70447"/>
                </a:cubicBezTo>
                <a:lnTo>
                  <a:pt x="86884" y="70447"/>
                </a:lnTo>
                <a:cubicBezTo>
                  <a:pt x="90788" y="70447"/>
                  <a:pt x="93929" y="67306"/>
                  <a:pt x="93929" y="63402"/>
                </a:cubicBezTo>
                <a:cubicBezTo>
                  <a:pt x="93929" y="59498"/>
                  <a:pt x="90788" y="56357"/>
                  <a:pt x="86884" y="56357"/>
                </a:cubicBezTo>
                <a:lnTo>
                  <a:pt x="63402" y="56357"/>
                </a:lnTo>
                <a:cubicBezTo>
                  <a:pt x="51749" y="56357"/>
                  <a:pt x="40712" y="58941"/>
                  <a:pt x="30820" y="63549"/>
                </a:cubicBezTo>
                <a:cubicBezTo>
                  <a:pt x="37660" y="43002"/>
                  <a:pt x="57003" y="28179"/>
                  <a:pt x="79840" y="28179"/>
                </a:cubicBezTo>
                <a:cubicBezTo>
                  <a:pt x="99330" y="28179"/>
                  <a:pt x="113830" y="21692"/>
                  <a:pt x="123487" y="15263"/>
                </a:cubicBezTo>
                <a:cubicBezTo>
                  <a:pt x="129123" y="11506"/>
                  <a:pt x="133908" y="7015"/>
                  <a:pt x="138369" y="1967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63" name="Text 61"/>
          <p:cNvSpPr/>
          <p:nvPr/>
        </p:nvSpPr>
        <p:spPr>
          <a:xfrm>
            <a:off x="6872676" y="6422462"/>
            <a:ext cx="197251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 (Optional)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72677" y="6647892"/>
            <a:ext cx="1963119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 messages, notifications, logs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711" y="526368"/>
            <a:ext cx="71142" cy="426853"/>
          </a:xfrm>
          <a:custGeom>
            <a:avLst/>
            <a:gdLst/>
            <a:ahLst/>
            <a:cxnLst/>
            <a:rect l="l" t="t" r="r" b="b"/>
            <a:pathLst>
              <a:path w="71142" h="426853">
                <a:moveTo>
                  <a:pt x="0" y="0"/>
                </a:moveTo>
                <a:lnTo>
                  <a:pt x="71142" y="0"/>
                </a:lnTo>
                <a:lnTo>
                  <a:pt x="71142" y="426853"/>
                </a:lnTo>
                <a:lnTo>
                  <a:pt x="0" y="426853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33567" y="526368"/>
            <a:ext cx="3245864" cy="426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567" y="1059934"/>
            <a:ext cx="11391650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3-Month Development Roadmap: January 4 – 28feb,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268" y="1490344"/>
            <a:ext cx="11469906" cy="4702502"/>
          </a:xfrm>
          <a:custGeom>
            <a:avLst/>
            <a:gdLst/>
            <a:ahLst/>
            <a:cxnLst/>
            <a:rect l="l" t="t" r="r" b="b"/>
            <a:pathLst>
              <a:path w="11469906" h="4702502">
                <a:moveTo>
                  <a:pt x="106700" y="0"/>
                </a:moveTo>
                <a:lnTo>
                  <a:pt x="11363207" y="0"/>
                </a:lnTo>
                <a:cubicBezTo>
                  <a:pt x="11422135" y="0"/>
                  <a:pt x="11469906" y="47771"/>
                  <a:pt x="11469906" y="106700"/>
                </a:cubicBezTo>
                <a:lnTo>
                  <a:pt x="11469906" y="4595802"/>
                </a:lnTo>
                <a:cubicBezTo>
                  <a:pt x="11469906" y="4654730"/>
                  <a:pt x="11422135" y="4702502"/>
                  <a:pt x="11363207" y="4702502"/>
                </a:cubicBezTo>
                <a:lnTo>
                  <a:pt x="106700" y="4702502"/>
                </a:lnTo>
                <a:cubicBezTo>
                  <a:pt x="47771" y="4702502"/>
                  <a:pt x="0" y="4654730"/>
                  <a:pt x="0" y="4595802"/>
                </a:cubicBezTo>
                <a:lnTo>
                  <a:pt x="0" y="106700"/>
                </a:lnTo>
                <a:cubicBezTo>
                  <a:pt x="0" y="47811"/>
                  <a:pt x="47811" y="0"/>
                  <a:pt x="10670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pic>
        <p:nvPicPr>
          <p:cNvPr id="6" name="Image 0" descr="https://kimi-img.moonshot.cn/pub/slides/26-02-12-20:59:18-d66st9ms1rhctk1at7ag.png"/>
          <p:cNvPicPr>
            <a:picLocks noChangeAspect="1"/>
          </p:cNvPicPr>
          <p:nvPr/>
        </p:nvPicPr>
        <p:blipFill>
          <a:blip r:embed="rId3"/>
          <a:srcRect t="17" b="17"/>
          <a:stretch/>
        </p:blipFill>
        <p:spPr>
          <a:xfrm>
            <a:off x="576252" y="1707329"/>
            <a:ext cx="10226696" cy="4268534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59269" y="6342246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6182" y="6452517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8414" y="6736972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Analysis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89892" y="6342246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46804" y="6452517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369036" y="6736972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Design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20625" y="6342246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77538" y="6452517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99770" y="6736972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Development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51359" y="6342246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08271" y="6452517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30503" y="6736972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Deployment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82092" y="6342246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9005" y="6452517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61237" y="6736972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Testing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012826" y="6342246"/>
            <a:ext cx="1821241" cy="682965"/>
          </a:xfrm>
          <a:custGeom>
            <a:avLst/>
            <a:gdLst/>
            <a:ahLst/>
            <a:cxnLst/>
            <a:rect l="l" t="t" r="r" b="b"/>
            <a:pathLst>
              <a:path w="1821241" h="682965">
                <a:moveTo>
                  <a:pt x="71145" y="0"/>
                </a:moveTo>
                <a:lnTo>
                  <a:pt x="1750097" y="0"/>
                </a:lnTo>
                <a:cubicBezTo>
                  <a:pt x="1789389" y="0"/>
                  <a:pt x="1821241" y="31852"/>
                  <a:pt x="1821241" y="71145"/>
                </a:cubicBezTo>
                <a:lnTo>
                  <a:pt x="1821241" y="611821"/>
                </a:lnTo>
                <a:cubicBezTo>
                  <a:pt x="1821241" y="651113"/>
                  <a:pt x="1789389" y="682965"/>
                  <a:pt x="1750097" y="682965"/>
                </a:cubicBezTo>
                <a:lnTo>
                  <a:pt x="71145" y="682965"/>
                </a:lnTo>
                <a:cubicBezTo>
                  <a:pt x="31852" y="682965"/>
                  <a:pt x="0" y="651113"/>
                  <a:pt x="0" y="611821"/>
                </a:cubicBezTo>
                <a:lnTo>
                  <a:pt x="0" y="71145"/>
                </a:lnTo>
                <a:cubicBezTo>
                  <a:pt x="0" y="31852"/>
                  <a:pt x="31852" y="0"/>
                  <a:pt x="7114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69738" y="6452517"/>
            <a:ext cx="1707414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091970" y="6736972"/>
            <a:ext cx="16629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Final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02176"/>
            <a:ext cx="3840480" cy="3169920"/>
          </a:xfrm>
          <a:prstGeom prst="rect">
            <a:avLst/>
          </a:prstGeom>
          <a:solidFill>
            <a:srgbClr val="23272C"/>
          </a:solidFill>
          <a:ln w="12700">
            <a:solidFill>
              <a:srgbClr val="404856"/>
            </a:solidFill>
            <a:prstDash val="solid"/>
          </a:ln>
          <a:effectLst>
            <a:outerShdw blurRad="1524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12064" y="1060672"/>
            <a:ext cx="426720" cy="304800"/>
          </a:xfrm>
          <a:prstGeom prst="rect">
            <a:avLst/>
          </a:prstGeom>
          <a:solidFill>
            <a:srgbClr val="E69A28"/>
          </a:solidFill>
          <a:ln/>
        </p:spPr>
      </p:sp>
      <p:sp>
        <p:nvSpPr>
          <p:cNvPr id="4" name="Text 2"/>
          <p:cNvSpPr/>
          <p:nvPr/>
        </p:nvSpPr>
        <p:spPr>
          <a:xfrm>
            <a:off x="1036320" y="1060672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6320" y="1328896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145754"/>
              </p:ext>
            </p:extLst>
          </p:nvPr>
        </p:nvGraphicFramePr>
        <p:xfrm>
          <a:off x="512064" y="1633696"/>
          <a:ext cx="3547872" cy="1808480"/>
        </p:xfrm>
        <a:graphic>
          <a:graphicData uri="http://schemas.openxmlformats.org/drawingml/2006/table">
            <a:tbl>
              <a:tblPr/>
              <a:tblGrid>
                <a:gridCol w="103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Constraints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UUID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DABA8"/>
                          </a:solidFill>
                        </a:rPr>
                        <a:t>PRIMARY KEY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VARCHAR(255)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</a:rPr>
                        <a:t>UNIQUE, NOT NULL</a:t>
                      </a:r>
                      <a:endParaRPr lang="en-US" sz="9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password_hash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VARCHAR(255)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ENUM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</a:rPr>
                        <a:t>admin/teacher/student</a:t>
                      </a:r>
                      <a:endParaRPr lang="en-US" sz="9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389120" y="902176"/>
            <a:ext cx="3657600" cy="3169920"/>
          </a:xfrm>
          <a:prstGeom prst="rect">
            <a:avLst/>
          </a:prstGeom>
          <a:solidFill>
            <a:srgbClr val="23272C"/>
          </a:solidFill>
          <a:ln w="12700">
            <a:solidFill>
              <a:srgbClr val="404856"/>
            </a:solidFill>
            <a:prstDash val="solid"/>
          </a:ln>
          <a:effectLst>
            <a:outerShdw blurRad="1524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35424" y="1060672"/>
            <a:ext cx="426720" cy="304800"/>
          </a:xfrm>
          <a:prstGeom prst="rect">
            <a:avLst/>
          </a:prstGeom>
          <a:solidFill>
            <a:srgbClr val="E69A28"/>
          </a:solidFill>
          <a:ln/>
        </p:spPr>
      </p:sp>
      <p:sp>
        <p:nvSpPr>
          <p:cNvPr id="9" name="Text 6"/>
          <p:cNvSpPr/>
          <p:nvPr/>
        </p:nvSpPr>
        <p:spPr>
          <a:xfrm>
            <a:off x="5059680" y="1060672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59680" y="1328896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157302"/>
              </p:ext>
            </p:extLst>
          </p:nvPr>
        </p:nvGraphicFramePr>
        <p:xfrm>
          <a:off x="4535424" y="1633696"/>
          <a:ext cx="3364992" cy="2011680"/>
        </p:xfrm>
        <a:graphic>
          <a:graphicData uri="http://schemas.openxmlformats.org/drawingml/2006/table">
            <a:tbl>
              <a:tblPr/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Constraints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UUID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DABA8"/>
                          </a:solidFill>
                        </a:rPr>
                        <a:t>PRIMARY KEY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topic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VARCHAR(100)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</a:rPr>
                        <a:t>UNIQUE, NOT NULL</a:t>
                      </a:r>
                      <a:endParaRPr lang="en-US" sz="9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time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Dateandtime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teacher_id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UUID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DB88D"/>
                          </a:solidFill>
                        </a:rPr>
                        <a:t>FK → teacher.id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VARCHAR(20)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ACTIVE/CLOSED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229600" y="902176"/>
            <a:ext cx="3657600" cy="3169920"/>
          </a:xfrm>
          <a:prstGeom prst="rect">
            <a:avLst/>
          </a:prstGeom>
          <a:solidFill>
            <a:srgbClr val="23272C"/>
          </a:solidFill>
          <a:ln w="12700">
            <a:solidFill>
              <a:srgbClr val="404856"/>
            </a:solidFill>
            <a:prstDash val="solid"/>
          </a:ln>
          <a:effectLst>
            <a:outerShdw blurRad="1524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75904" y="1060672"/>
            <a:ext cx="426720" cy="304800"/>
          </a:xfrm>
          <a:prstGeom prst="rect">
            <a:avLst/>
          </a:prstGeom>
          <a:solidFill>
            <a:srgbClr val="5DABA8"/>
          </a:solidFill>
          <a:ln/>
        </p:spPr>
      </p:sp>
      <p:sp>
        <p:nvSpPr>
          <p:cNvPr id="14" name="Text 10"/>
          <p:cNvSpPr/>
          <p:nvPr/>
        </p:nvSpPr>
        <p:spPr>
          <a:xfrm>
            <a:off x="8900160" y="1060672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Table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900160" y="1328896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551831"/>
              </p:ext>
            </p:extLst>
          </p:nvPr>
        </p:nvGraphicFramePr>
        <p:xfrm>
          <a:off x="8375904" y="1633696"/>
          <a:ext cx="3364992" cy="1706880"/>
        </p:xfrm>
        <a:graphic>
          <a:graphicData uri="http://schemas.openxmlformats.org/drawingml/2006/table">
            <a:tbl>
              <a:tblPr/>
              <a:tblGrid>
                <a:gridCol w="103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Constraints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UUID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DABA8"/>
                          </a:solidFill>
                        </a:rPr>
                        <a:t>PRIMARY KEY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meeting_id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UUID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DB88D"/>
                          </a:solidFill>
                        </a:rPr>
                        <a:t>FK → meetings.id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student_id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UUID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DB88D"/>
                          </a:solidFill>
                        </a:rPr>
                        <a:t>FK → users.id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VARCHAR(255)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365760" y="4315936"/>
            <a:ext cx="3840480" cy="2438400"/>
          </a:xfrm>
          <a:prstGeom prst="rect">
            <a:avLst/>
          </a:prstGeom>
          <a:solidFill>
            <a:srgbClr val="23272C"/>
          </a:solidFill>
          <a:ln w="12700">
            <a:solidFill>
              <a:srgbClr val="404856"/>
            </a:solidFill>
            <a:prstDash val="solid"/>
          </a:ln>
          <a:effectLst>
            <a:outerShdw blurRad="1524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12064" y="4474432"/>
            <a:ext cx="426720" cy="304800"/>
          </a:xfrm>
          <a:prstGeom prst="rect">
            <a:avLst/>
          </a:prstGeom>
          <a:solidFill>
            <a:srgbClr val="5DABA8"/>
          </a:solidFill>
          <a:ln/>
        </p:spPr>
      </p:sp>
      <p:sp>
        <p:nvSpPr>
          <p:cNvPr id="19" name="Text 14"/>
          <p:cNvSpPr/>
          <p:nvPr/>
        </p:nvSpPr>
        <p:spPr>
          <a:xfrm>
            <a:off x="1036320" y="4413472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n-US" sz="1333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2133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916613"/>
              </p:ext>
            </p:extLst>
          </p:nvPr>
        </p:nvGraphicFramePr>
        <p:xfrm>
          <a:off x="512064" y="4986496"/>
          <a:ext cx="3547872" cy="1706880"/>
        </p:xfrm>
        <a:graphic>
          <a:graphicData uri="http://schemas.openxmlformats.org/drawingml/2006/table">
            <a:tbl>
              <a:tblPr/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Constraints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UUID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DABA8"/>
                          </a:solidFill>
                        </a:rPr>
                        <a:t>PRIMARY KEY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user_id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UUID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DB88D"/>
                          </a:solidFill>
                        </a:rPr>
                        <a:t>FK → users.id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Full Name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VARCHAR(255)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User Type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ENUM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teacher/student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4389120" y="4315936"/>
            <a:ext cx="3657600" cy="2438400"/>
          </a:xfrm>
          <a:prstGeom prst="rect">
            <a:avLst/>
          </a:prstGeom>
          <a:solidFill>
            <a:srgbClr val="23272C"/>
          </a:solidFill>
          <a:ln w="12700">
            <a:solidFill>
              <a:srgbClr val="404856"/>
            </a:solidFill>
            <a:prstDash val="solid"/>
          </a:ln>
          <a:effectLst>
            <a:outerShdw blurRad="1524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35424" y="4474432"/>
            <a:ext cx="426720" cy="304800"/>
          </a:xfrm>
          <a:prstGeom prst="rect">
            <a:avLst/>
          </a:prstGeom>
          <a:solidFill>
            <a:srgbClr val="E69A28"/>
          </a:solidFill>
          <a:ln/>
        </p:spPr>
      </p:sp>
      <p:sp>
        <p:nvSpPr>
          <p:cNvPr id="23" name="Text 17"/>
          <p:cNvSpPr/>
          <p:nvPr/>
        </p:nvSpPr>
        <p:spPr>
          <a:xfrm>
            <a:off x="5059680" y="4413472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n-US" sz="1333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Data</a:t>
            </a:r>
            <a:r>
              <a:rPr lang="en-US" sz="1333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133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86925"/>
              </p:ext>
            </p:extLst>
          </p:nvPr>
        </p:nvGraphicFramePr>
        <p:xfrm>
          <a:off x="4462272" y="4815808"/>
          <a:ext cx="3364992" cy="18897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Constraints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UUID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DABA8"/>
                          </a:solidFill>
                        </a:rPr>
                        <a:t>PRIMARY KEY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VARCHAR(255)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</a:rPr>
                        <a:t>UNIQUE, NOT NULL</a:t>
                      </a:r>
                      <a:endParaRPr lang="en-US" sz="9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Specialization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VARCHAR(100)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Employee 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VARCHAR(50)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UNIQUE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18"/>
          <p:cNvSpPr/>
          <p:nvPr/>
        </p:nvSpPr>
        <p:spPr>
          <a:xfrm>
            <a:off x="8229600" y="4315936"/>
            <a:ext cx="3657600" cy="2438400"/>
          </a:xfrm>
          <a:prstGeom prst="rect">
            <a:avLst/>
          </a:prstGeom>
          <a:solidFill>
            <a:srgbClr val="23272C"/>
          </a:solidFill>
          <a:ln w="12700">
            <a:solidFill>
              <a:srgbClr val="404856"/>
            </a:solidFill>
            <a:prstDash val="solid"/>
          </a:ln>
          <a:effectLst>
            <a:outerShdw blurRad="1524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375904" y="4474432"/>
            <a:ext cx="426720" cy="304800"/>
          </a:xfrm>
          <a:prstGeom prst="rect">
            <a:avLst/>
          </a:prstGeom>
          <a:solidFill>
            <a:srgbClr val="5DABA8"/>
          </a:solidFill>
          <a:ln/>
        </p:spPr>
      </p:sp>
      <p:sp>
        <p:nvSpPr>
          <p:cNvPr id="27" name="Text 20"/>
          <p:cNvSpPr/>
          <p:nvPr/>
        </p:nvSpPr>
        <p:spPr>
          <a:xfrm>
            <a:off x="8900160" y="4437856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8900160" y="4687792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43405"/>
              </p:ext>
            </p:extLst>
          </p:nvPr>
        </p:nvGraphicFramePr>
        <p:xfrm>
          <a:off x="8375904" y="4986496"/>
          <a:ext cx="3364992" cy="17068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Constraints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UUID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DABA8"/>
                          </a:solidFill>
                        </a:rPr>
                        <a:t>PRIMARY KEY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room_id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UUID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DB88D"/>
                          </a:solidFill>
                        </a:rPr>
                        <a:t>FK → schedules.id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file_url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VARCHAR(500)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8E8"/>
                          </a:solidFill>
                        </a:rPr>
                        <a:t>duration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</a:rPr>
                        <a:t>Seconds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4" name="Group 33">
            <a:extLst>
              <a:ext uri="{FF2B5EF4-FFF2-40B4-BE49-F238E27FC236}">
                <a16:creationId xmlns:a16="http://schemas.microsoft.com/office/drawing/2014/main" id="{F199552D-072E-1565-D030-6B407217A61A}"/>
              </a:ext>
            </a:extLst>
          </p:cNvPr>
          <p:cNvGrpSpPr/>
          <p:nvPr/>
        </p:nvGrpSpPr>
        <p:grpSpPr>
          <a:xfrm>
            <a:off x="355711" y="316762"/>
            <a:ext cx="3423720" cy="426853"/>
            <a:chOff x="355711" y="355711"/>
            <a:chExt cx="3423720" cy="426853"/>
          </a:xfrm>
        </p:grpSpPr>
        <p:sp>
          <p:nvSpPr>
            <p:cNvPr id="32" name="Shape 0">
              <a:extLst>
                <a:ext uri="{FF2B5EF4-FFF2-40B4-BE49-F238E27FC236}">
                  <a16:creationId xmlns:a16="http://schemas.microsoft.com/office/drawing/2014/main" id="{79118BFA-5105-F0BA-4158-2A168FA59D1B}"/>
                </a:ext>
              </a:extLst>
            </p:cNvPr>
            <p:cNvSpPr/>
            <p:nvPr/>
          </p:nvSpPr>
          <p:spPr>
            <a:xfrm>
              <a:off x="355711" y="355711"/>
              <a:ext cx="71142" cy="426853"/>
            </a:xfrm>
            <a:custGeom>
              <a:avLst/>
              <a:gdLst/>
              <a:ahLst/>
              <a:cxnLst/>
              <a:rect l="l" t="t" r="r" b="b"/>
              <a:pathLst>
                <a:path w="71142" h="426853">
                  <a:moveTo>
                    <a:pt x="0" y="0"/>
                  </a:moveTo>
                  <a:lnTo>
                    <a:pt x="71142" y="0"/>
                  </a:lnTo>
                  <a:lnTo>
                    <a:pt x="71142" y="426853"/>
                  </a:lnTo>
                  <a:lnTo>
                    <a:pt x="0" y="426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B45C"/>
            </a:solidFill>
            <a:ln/>
          </p:spPr>
        </p:sp>
        <p:sp>
          <p:nvSpPr>
            <p:cNvPr id="33" name="Text 1">
              <a:extLst>
                <a:ext uri="{FF2B5EF4-FFF2-40B4-BE49-F238E27FC236}">
                  <a16:creationId xmlns:a16="http://schemas.microsoft.com/office/drawing/2014/main" id="{7044EE5E-6154-71FD-4613-6373C171231D}"/>
                </a:ext>
              </a:extLst>
            </p:cNvPr>
            <p:cNvSpPr/>
            <p:nvPr/>
          </p:nvSpPr>
          <p:spPr>
            <a:xfrm>
              <a:off x="533567" y="355711"/>
              <a:ext cx="3245864" cy="4268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80000"/>
                </a:lnSpc>
              </a:pPr>
              <a:r>
                <a:rPr lang="en-US" sz="3361" b="1" dirty="0">
                  <a:solidFill>
                    <a:srgbClr val="E8E8E8"/>
                  </a:solidFill>
                  <a:latin typeface="Liter" pitchFamily="34" charset="0"/>
                </a:rPr>
                <a:t>Data Dictionary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321" y="510978"/>
            <a:ext cx="68064" cy="408385"/>
          </a:xfrm>
          <a:custGeom>
            <a:avLst/>
            <a:gdLst/>
            <a:ahLst/>
            <a:cxnLst/>
            <a:rect l="l" t="t" r="r" b="b"/>
            <a:pathLst>
              <a:path w="68064" h="408385">
                <a:moveTo>
                  <a:pt x="0" y="0"/>
                </a:moveTo>
                <a:lnTo>
                  <a:pt x="68064" y="0"/>
                </a:lnTo>
                <a:lnTo>
                  <a:pt x="68064" y="408385"/>
                </a:lnTo>
                <a:lnTo>
                  <a:pt x="0" y="408385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10483" y="510978"/>
            <a:ext cx="3598895" cy="408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1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Diagram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0482" y="1021460"/>
            <a:ext cx="11426278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Level (Level 0) - External Entity Interactions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3724" y="1433247"/>
            <a:ext cx="11501148" cy="4669204"/>
          </a:xfrm>
          <a:custGeom>
            <a:avLst/>
            <a:gdLst/>
            <a:ahLst/>
            <a:cxnLst/>
            <a:rect l="l" t="t" r="r" b="b"/>
            <a:pathLst>
              <a:path w="11501148" h="4669204">
                <a:moveTo>
                  <a:pt x="102115" y="0"/>
                </a:moveTo>
                <a:lnTo>
                  <a:pt x="11399033" y="0"/>
                </a:lnTo>
                <a:cubicBezTo>
                  <a:pt x="11455430" y="0"/>
                  <a:pt x="11501148" y="45719"/>
                  <a:pt x="11501148" y="102115"/>
                </a:cubicBezTo>
                <a:lnTo>
                  <a:pt x="11501148" y="4567089"/>
                </a:lnTo>
                <a:cubicBezTo>
                  <a:pt x="11501148" y="4623486"/>
                  <a:pt x="11455430" y="4669204"/>
                  <a:pt x="11399033" y="4669204"/>
                </a:cubicBezTo>
                <a:lnTo>
                  <a:pt x="102115" y="4669204"/>
                </a:lnTo>
                <a:cubicBezTo>
                  <a:pt x="45719" y="4669204"/>
                  <a:pt x="0" y="4623486"/>
                  <a:pt x="0" y="4567089"/>
                </a:cubicBezTo>
                <a:lnTo>
                  <a:pt x="0" y="102115"/>
                </a:lnTo>
                <a:cubicBezTo>
                  <a:pt x="0" y="45756"/>
                  <a:pt x="45756" y="0"/>
                  <a:pt x="10211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pic>
        <p:nvPicPr>
          <p:cNvPr id="6" name="Image 0" descr="https://kimi-img.moonshot.cn/pub/slides/26-02-12-20:59:18-d66st9k06opea39742jg.png"/>
          <p:cNvPicPr>
            <a:picLocks noChangeAspect="1"/>
          </p:cNvPicPr>
          <p:nvPr/>
        </p:nvPicPr>
        <p:blipFill>
          <a:blip r:embed="rId3"/>
          <a:srcRect t="17" b="17"/>
          <a:stretch/>
        </p:blipFill>
        <p:spPr>
          <a:xfrm>
            <a:off x="551321" y="1640847"/>
            <a:ext cx="9784229" cy="412522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57337" y="6241984"/>
            <a:ext cx="2756600" cy="612578"/>
          </a:xfrm>
          <a:custGeom>
            <a:avLst/>
            <a:gdLst/>
            <a:ahLst/>
            <a:cxnLst/>
            <a:rect l="l" t="t" r="r" b="b"/>
            <a:pathLst>
              <a:path w="2756600" h="612578">
                <a:moveTo>
                  <a:pt x="34032" y="0"/>
                </a:moveTo>
                <a:lnTo>
                  <a:pt x="2688537" y="0"/>
                </a:lnTo>
                <a:cubicBezTo>
                  <a:pt x="2726127" y="0"/>
                  <a:pt x="2756600" y="30473"/>
                  <a:pt x="2756600" y="68064"/>
                </a:cubicBezTo>
                <a:lnTo>
                  <a:pt x="2756600" y="544514"/>
                </a:lnTo>
                <a:cubicBezTo>
                  <a:pt x="2756600" y="582105"/>
                  <a:pt x="2726127" y="612578"/>
                  <a:pt x="2688537" y="612578"/>
                </a:cubicBez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57337" y="6241984"/>
            <a:ext cx="34032" cy="612578"/>
          </a:xfrm>
          <a:custGeom>
            <a:avLst/>
            <a:gdLst/>
            <a:ahLst/>
            <a:cxnLst/>
            <a:rect l="l" t="t" r="r" b="b"/>
            <a:pathLst>
              <a:path w="34032" h="612578">
                <a:moveTo>
                  <a:pt x="34032" y="0"/>
                </a:moveTo>
                <a:lnTo>
                  <a:pt x="34032" y="0"/>
                </a:lnTo>
                <a:lnTo>
                  <a:pt x="34032" y="612578"/>
                </a:ln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9" name="Text 6"/>
          <p:cNvSpPr/>
          <p:nvPr/>
        </p:nvSpPr>
        <p:spPr>
          <a:xfrm>
            <a:off x="476449" y="6344081"/>
            <a:ext cx="260345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Teacher Actions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6449" y="6582306"/>
            <a:ext cx="259494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Room, Start Stream, Manage Session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68890" y="6241984"/>
            <a:ext cx="2756600" cy="612578"/>
          </a:xfrm>
          <a:custGeom>
            <a:avLst/>
            <a:gdLst/>
            <a:ahLst/>
            <a:cxnLst/>
            <a:rect l="l" t="t" r="r" b="b"/>
            <a:pathLst>
              <a:path w="2756600" h="612578">
                <a:moveTo>
                  <a:pt x="34032" y="0"/>
                </a:moveTo>
                <a:lnTo>
                  <a:pt x="2688537" y="0"/>
                </a:lnTo>
                <a:cubicBezTo>
                  <a:pt x="2726127" y="0"/>
                  <a:pt x="2756600" y="30473"/>
                  <a:pt x="2756600" y="68064"/>
                </a:cubicBezTo>
                <a:lnTo>
                  <a:pt x="2756600" y="544514"/>
                </a:lnTo>
                <a:cubicBezTo>
                  <a:pt x="2756600" y="582105"/>
                  <a:pt x="2726127" y="612578"/>
                  <a:pt x="2688537" y="612578"/>
                </a:cubicBez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268890" y="6241984"/>
            <a:ext cx="34032" cy="612578"/>
          </a:xfrm>
          <a:custGeom>
            <a:avLst/>
            <a:gdLst/>
            <a:ahLst/>
            <a:cxnLst/>
            <a:rect l="l" t="t" r="r" b="b"/>
            <a:pathLst>
              <a:path w="34032" h="612578">
                <a:moveTo>
                  <a:pt x="34032" y="0"/>
                </a:moveTo>
                <a:lnTo>
                  <a:pt x="34032" y="0"/>
                </a:lnTo>
                <a:lnTo>
                  <a:pt x="34032" y="612578"/>
                </a:ln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3" name="Text 10"/>
          <p:cNvSpPr/>
          <p:nvPr/>
        </p:nvSpPr>
        <p:spPr>
          <a:xfrm>
            <a:off x="3388002" y="6344081"/>
            <a:ext cx="260345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Actions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88002" y="6582306"/>
            <a:ext cx="259494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 Room, View Stream, Participate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80548" y="6241984"/>
            <a:ext cx="2756600" cy="612578"/>
          </a:xfrm>
          <a:custGeom>
            <a:avLst/>
            <a:gdLst/>
            <a:ahLst/>
            <a:cxnLst/>
            <a:rect l="l" t="t" r="r" b="b"/>
            <a:pathLst>
              <a:path w="2756600" h="612578">
                <a:moveTo>
                  <a:pt x="34032" y="0"/>
                </a:moveTo>
                <a:lnTo>
                  <a:pt x="2688537" y="0"/>
                </a:lnTo>
                <a:cubicBezTo>
                  <a:pt x="2726127" y="0"/>
                  <a:pt x="2756600" y="30473"/>
                  <a:pt x="2756600" y="68064"/>
                </a:cubicBezTo>
                <a:lnTo>
                  <a:pt x="2756600" y="544514"/>
                </a:lnTo>
                <a:cubicBezTo>
                  <a:pt x="2756600" y="582105"/>
                  <a:pt x="2726127" y="612578"/>
                  <a:pt x="2688537" y="612578"/>
                </a:cubicBez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180548" y="6241984"/>
            <a:ext cx="34032" cy="612578"/>
          </a:xfrm>
          <a:custGeom>
            <a:avLst/>
            <a:gdLst/>
            <a:ahLst/>
            <a:cxnLst/>
            <a:rect l="l" t="t" r="r" b="b"/>
            <a:pathLst>
              <a:path w="34032" h="612578">
                <a:moveTo>
                  <a:pt x="34032" y="0"/>
                </a:moveTo>
                <a:lnTo>
                  <a:pt x="34032" y="0"/>
                </a:lnTo>
                <a:lnTo>
                  <a:pt x="34032" y="612578"/>
                </a:ln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17" name="Text 14"/>
          <p:cNvSpPr/>
          <p:nvPr/>
        </p:nvSpPr>
        <p:spPr>
          <a:xfrm>
            <a:off x="6299661" y="6344081"/>
            <a:ext cx="260345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Monitoring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99661" y="6582306"/>
            <a:ext cx="259494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Meeting Stats, User Analytics, Reports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092207" y="6241984"/>
            <a:ext cx="2756600" cy="612578"/>
          </a:xfrm>
          <a:custGeom>
            <a:avLst/>
            <a:gdLst/>
            <a:ahLst/>
            <a:cxnLst/>
            <a:rect l="l" t="t" r="r" b="b"/>
            <a:pathLst>
              <a:path w="2756600" h="612578">
                <a:moveTo>
                  <a:pt x="34032" y="0"/>
                </a:moveTo>
                <a:lnTo>
                  <a:pt x="2688537" y="0"/>
                </a:lnTo>
                <a:cubicBezTo>
                  <a:pt x="2726127" y="0"/>
                  <a:pt x="2756600" y="30473"/>
                  <a:pt x="2756600" y="68064"/>
                </a:cubicBezTo>
                <a:lnTo>
                  <a:pt x="2756600" y="544514"/>
                </a:lnTo>
                <a:cubicBezTo>
                  <a:pt x="2756600" y="582105"/>
                  <a:pt x="2726127" y="612578"/>
                  <a:pt x="2688537" y="612578"/>
                </a:cubicBez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9092207" y="6241984"/>
            <a:ext cx="34032" cy="612578"/>
          </a:xfrm>
          <a:custGeom>
            <a:avLst/>
            <a:gdLst/>
            <a:ahLst/>
            <a:cxnLst/>
            <a:rect l="l" t="t" r="r" b="b"/>
            <a:pathLst>
              <a:path w="34032" h="612578">
                <a:moveTo>
                  <a:pt x="34032" y="0"/>
                </a:moveTo>
                <a:lnTo>
                  <a:pt x="34032" y="0"/>
                </a:lnTo>
                <a:lnTo>
                  <a:pt x="34032" y="612578"/>
                </a:lnTo>
                <a:lnTo>
                  <a:pt x="34032" y="612578"/>
                </a:lnTo>
                <a:cubicBezTo>
                  <a:pt x="15237" y="612578"/>
                  <a:pt x="0" y="597341"/>
                  <a:pt x="0" y="57854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1" name="Text 18"/>
          <p:cNvSpPr/>
          <p:nvPr/>
        </p:nvSpPr>
        <p:spPr>
          <a:xfrm>
            <a:off x="9211320" y="6344081"/>
            <a:ext cx="260345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 Processing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11320" y="6582306"/>
            <a:ext cx="259494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Signal, Stream Relay, Recording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592" y="519248"/>
            <a:ext cx="69718" cy="418310"/>
          </a:xfrm>
          <a:custGeom>
            <a:avLst/>
            <a:gdLst/>
            <a:ahLst/>
            <a:cxnLst/>
            <a:rect l="l" t="t" r="r" b="b"/>
            <a:pathLst>
              <a:path w="69718" h="418310">
                <a:moveTo>
                  <a:pt x="0" y="0"/>
                </a:moveTo>
                <a:lnTo>
                  <a:pt x="69718" y="0"/>
                </a:lnTo>
                <a:lnTo>
                  <a:pt x="69718" y="418310"/>
                </a:lnTo>
                <a:lnTo>
                  <a:pt x="0" y="418310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22889" y="519248"/>
            <a:ext cx="3686359" cy="41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94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Diagram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2888" y="1042136"/>
            <a:ext cx="11407668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1 - Internal Process Decomposition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0736" y="1316757"/>
            <a:ext cx="11675469" cy="5387881"/>
          </a:xfrm>
          <a:custGeom>
            <a:avLst/>
            <a:gdLst/>
            <a:ahLst/>
            <a:cxnLst/>
            <a:rect l="l" t="t" r="r" b="b"/>
            <a:pathLst>
              <a:path w="11493073" h="4782680">
                <a:moveTo>
                  <a:pt x="104597" y="0"/>
                </a:moveTo>
                <a:lnTo>
                  <a:pt x="11388476" y="0"/>
                </a:lnTo>
                <a:cubicBezTo>
                  <a:pt x="11446244" y="0"/>
                  <a:pt x="11493073" y="46830"/>
                  <a:pt x="11493073" y="104597"/>
                </a:cubicBezTo>
                <a:lnTo>
                  <a:pt x="11493073" y="4678083"/>
                </a:lnTo>
                <a:cubicBezTo>
                  <a:pt x="11493073" y="4735850"/>
                  <a:pt x="11446244" y="4782680"/>
                  <a:pt x="11388476" y="4782680"/>
                </a:cubicBezTo>
                <a:lnTo>
                  <a:pt x="104597" y="4782680"/>
                </a:lnTo>
                <a:cubicBezTo>
                  <a:pt x="46830" y="4782680"/>
                  <a:pt x="0" y="4735850"/>
                  <a:pt x="0" y="4678083"/>
                </a:cubicBezTo>
                <a:lnTo>
                  <a:pt x="0" y="104597"/>
                </a:lnTo>
                <a:cubicBezTo>
                  <a:pt x="0" y="46830"/>
                  <a:pt x="46830" y="0"/>
                  <a:pt x="104597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ABAE3E8-C1FF-8231-AB6E-28B1661D7E48}"/>
              </a:ext>
            </a:extLst>
          </p:cNvPr>
          <p:cNvGrpSpPr/>
          <p:nvPr/>
        </p:nvGrpSpPr>
        <p:grpSpPr>
          <a:xfrm>
            <a:off x="8618217" y="3686360"/>
            <a:ext cx="3728190" cy="634437"/>
            <a:chOff x="8658305" y="2884695"/>
            <a:chExt cx="3728190" cy="634437"/>
          </a:xfrm>
        </p:grpSpPr>
        <p:sp>
          <p:nvSpPr>
            <p:cNvPr id="11" name="Text 8"/>
            <p:cNvSpPr/>
            <p:nvPr/>
          </p:nvSpPr>
          <p:spPr>
            <a:xfrm>
              <a:off x="8726281" y="2947186"/>
              <a:ext cx="3581781" cy="2091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98" b="1" dirty="0">
                  <a:solidFill>
                    <a:srgbClr val="E8E8E8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2.0 WebRTC Controller</a:t>
              </a:r>
              <a:endParaRPr lang="en-US" sz="16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8658305" y="2884695"/>
              <a:ext cx="3728190" cy="634437"/>
            </a:xfrm>
            <a:custGeom>
              <a:avLst/>
              <a:gdLst/>
              <a:ahLst/>
              <a:cxnLst/>
              <a:rect l="l" t="t" r="r" b="b"/>
              <a:pathLst>
                <a:path w="3728190" h="634437">
                  <a:moveTo>
                    <a:pt x="69718" y="0"/>
                  </a:moveTo>
                  <a:lnTo>
                    <a:pt x="3658472" y="0"/>
                  </a:lnTo>
                  <a:cubicBezTo>
                    <a:pt x="3696976" y="0"/>
                    <a:pt x="3728190" y="31214"/>
                    <a:pt x="3728190" y="69718"/>
                  </a:cubicBezTo>
                  <a:lnTo>
                    <a:pt x="3728190" y="564719"/>
                  </a:lnTo>
                  <a:cubicBezTo>
                    <a:pt x="3728190" y="603223"/>
                    <a:pt x="3696976" y="634437"/>
                    <a:pt x="3658472" y="634437"/>
                  </a:cubicBezTo>
                  <a:lnTo>
                    <a:pt x="69718" y="634437"/>
                  </a:lnTo>
                  <a:cubicBezTo>
                    <a:pt x="31214" y="634437"/>
                    <a:pt x="0" y="603223"/>
                    <a:pt x="0" y="564719"/>
                  </a:cubicBezTo>
                  <a:lnTo>
                    <a:pt x="0" y="69718"/>
                  </a:lnTo>
                  <a:cubicBezTo>
                    <a:pt x="0" y="31240"/>
                    <a:pt x="31240" y="0"/>
                    <a:pt x="69718" y="0"/>
                  </a:cubicBezTo>
                  <a:close/>
                </a:path>
              </a:pathLst>
            </a:custGeom>
            <a:solidFill>
              <a:srgbClr val="4A5C6A">
                <a:alpha val="30196"/>
              </a:srgbClr>
            </a:solidFill>
            <a:ln w="10160">
              <a:solidFill>
                <a:srgbClr val="4A5C6A">
                  <a:alpha val="50196"/>
                </a:srgbClr>
              </a:solidFill>
              <a:prstDash val="solid"/>
            </a:ln>
          </p:spPr>
        </p:sp>
        <p:sp>
          <p:nvSpPr>
            <p:cNvPr id="12" name="Text 9"/>
            <p:cNvSpPr/>
            <p:nvPr/>
          </p:nvSpPr>
          <p:spPr>
            <a:xfrm>
              <a:off x="8705364" y="3155278"/>
              <a:ext cx="3573066" cy="174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1" dirty="0">
                  <a:solidFill>
                    <a:srgbClr val="7D8A9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Session management, token generation</a:t>
              </a:r>
              <a:endParaRPr lang="en-US" sz="16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B10A71-5795-5420-5AAC-E7D06F846911}"/>
              </a:ext>
            </a:extLst>
          </p:cNvPr>
          <p:cNvGrpSpPr/>
          <p:nvPr/>
        </p:nvGrpSpPr>
        <p:grpSpPr>
          <a:xfrm>
            <a:off x="8618217" y="5204087"/>
            <a:ext cx="3728190" cy="634437"/>
            <a:chOff x="8579872" y="3840041"/>
            <a:chExt cx="3728190" cy="634437"/>
          </a:xfrm>
        </p:grpSpPr>
        <p:sp>
          <p:nvSpPr>
            <p:cNvPr id="13" name="Shape 10"/>
            <p:cNvSpPr/>
            <p:nvPr/>
          </p:nvSpPr>
          <p:spPr>
            <a:xfrm>
              <a:off x="8579872" y="3840041"/>
              <a:ext cx="3728190" cy="634437"/>
            </a:xfrm>
            <a:custGeom>
              <a:avLst/>
              <a:gdLst/>
              <a:ahLst/>
              <a:cxnLst/>
              <a:rect l="l" t="t" r="r" b="b"/>
              <a:pathLst>
                <a:path w="3728190" h="634437">
                  <a:moveTo>
                    <a:pt x="69718" y="0"/>
                  </a:moveTo>
                  <a:lnTo>
                    <a:pt x="3658472" y="0"/>
                  </a:lnTo>
                  <a:cubicBezTo>
                    <a:pt x="3696976" y="0"/>
                    <a:pt x="3728190" y="31214"/>
                    <a:pt x="3728190" y="69718"/>
                  </a:cubicBezTo>
                  <a:lnTo>
                    <a:pt x="3728190" y="564719"/>
                  </a:lnTo>
                  <a:cubicBezTo>
                    <a:pt x="3728190" y="603223"/>
                    <a:pt x="3696976" y="634437"/>
                    <a:pt x="3658472" y="634437"/>
                  </a:cubicBezTo>
                  <a:lnTo>
                    <a:pt x="69718" y="634437"/>
                  </a:lnTo>
                  <a:cubicBezTo>
                    <a:pt x="31214" y="634437"/>
                    <a:pt x="0" y="603223"/>
                    <a:pt x="0" y="564719"/>
                  </a:cubicBezTo>
                  <a:lnTo>
                    <a:pt x="0" y="69718"/>
                  </a:lnTo>
                  <a:cubicBezTo>
                    <a:pt x="0" y="31240"/>
                    <a:pt x="31240" y="0"/>
                    <a:pt x="69718" y="0"/>
                  </a:cubicBezTo>
                  <a:close/>
                </a:path>
              </a:pathLst>
            </a:custGeom>
            <a:solidFill>
              <a:srgbClr val="7D8A93">
                <a:alpha val="20000"/>
              </a:srgbClr>
            </a:solidFill>
            <a:ln w="10160">
              <a:solidFill>
                <a:srgbClr val="7D8A93">
                  <a:alpha val="30196"/>
                </a:srgbClr>
              </a:solidFill>
              <a:prstDash val="solid"/>
            </a:ln>
          </p:spPr>
        </p:sp>
        <p:sp>
          <p:nvSpPr>
            <p:cNvPr id="14" name="Text 11"/>
            <p:cNvSpPr/>
            <p:nvPr/>
          </p:nvSpPr>
          <p:spPr>
            <a:xfrm>
              <a:off x="8687936" y="3948103"/>
              <a:ext cx="3581781" cy="2091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98" b="1" dirty="0">
                  <a:solidFill>
                    <a:srgbClr val="E8E8E8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OpenVidu Server</a:t>
              </a:r>
              <a:endParaRPr lang="en-US" sz="16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8687936" y="4192117"/>
              <a:ext cx="3573066" cy="174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1" dirty="0">
                  <a:solidFill>
                    <a:srgbClr val="7D8A9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Media routing, stream processing</a:t>
              </a:r>
              <a:endParaRPr lang="en-US" sz="16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0732A41-57FE-800F-86A7-C9F63B68FB66}"/>
              </a:ext>
            </a:extLst>
          </p:cNvPr>
          <p:cNvGrpSpPr/>
          <p:nvPr/>
        </p:nvGrpSpPr>
        <p:grpSpPr>
          <a:xfrm>
            <a:off x="8618217" y="2168633"/>
            <a:ext cx="3728190" cy="634437"/>
            <a:chOff x="8609502" y="1996271"/>
            <a:chExt cx="3728190" cy="634437"/>
          </a:xfrm>
        </p:grpSpPr>
        <p:sp>
          <p:nvSpPr>
            <p:cNvPr id="8" name="Text 5"/>
            <p:cNvSpPr/>
            <p:nvPr/>
          </p:nvSpPr>
          <p:spPr>
            <a:xfrm>
              <a:off x="8726280" y="2092184"/>
              <a:ext cx="3581781" cy="2091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98" b="1" dirty="0">
                  <a:solidFill>
                    <a:srgbClr val="E8E8E8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1.0 API Gateway</a:t>
              </a:r>
              <a:endParaRPr lang="en-US" sz="16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8726280" y="2336198"/>
              <a:ext cx="3573066" cy="174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61" dirty="0">
                  <a:solidFill>
                    <a:srgbClr val="7D8A9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Authentication, request routing, rate limiting</a:t>
              </a:r>
              <a:endParaRPr lang="en-US" sz="1600" dirty="0"/>
            </a:p>
          </p:txBody>
        </p:sp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090965E0-C735-8E3D-72CE-57D54373935A}"/>
                </a:ext>
              </a:extLst>
            </p:cNvPr>
            <p:cNvSpPr/>
            <p:nvPr/>
          </p:nvSpPr>
          <p:spPr>
            <a:xfrm>
              <a:off x="8609502" y="1996271"/>
              <a:ext cx="3728190" cy="634437"/>
            </a:xfrm>
            <a:custGeom>
              <a:avLst/>
              <a:gdLst/>
              <a:ahLst/>
              <a:cxnLst/>
              <a:rect l="l" t="t" r="r" b="b"/>
              <a:pathLst>
                <a:path w="3728190" h="634437">
                  <a:moveTo>
                    <a:pt x="69718" y="0"/>
                  </a:moveTo>
                  <a:lnTo>
                    <a:pt x="3658472" y="0"/>
                  </a:lnTo>
                  <a:cubicBezTo>
                    <a:pt x="3696976" y="0"/>
                    <a:pt x="3728190" y="31214"/>
                    <a:pt x="3728190" y="69718"/>
                  </a:cubicBezTo>
                  <a:lnTo>
                    <a:pt x="3728190" y="564719"/>
                  </a:lnTo>
                  <a:cubicBezTo>
                    <a:pt x="3728190" y="603223"/>
                    <a:pt x="3696976" y="634437"/>
                    <a:pt x="3658472" y="634437"/>
                  </a:cubicBezTo>
                  <a:lnTo>
                    <a:pt x="69718" y="634437"/>
                  </a:lnTo>
                  <a:cubicBezTo>
                    <a:pt x="31214" y="634437"/>
                    <a:pt x="0" y="603223"/>
                    <a:pt x="0" y="564719"/>
                  </a:cubicBezTo>
                  <a:lnTo>
                    <a:pt x="0" y="69718"/>
                  </a:lnTo>
                  <a:cubicBezTo>
                    <a:pt x="0" y="31240"/>
                    <a:pt x="31240" y="0"/>
                    <a:pt x="69718" y="0"/>
                  </a:cubicBezTo>
                  <a:close/>
                </a:path>
              </a:pathLst>
            </a:custGeom>
            <a:solidFill>
              <a:srgbClr val="E0B45C">
                <a:alpha val="20000"/>
              </a:srgbClr>
            </a:solidFill>
            <a:ln w="10160">
              <a:solidFill>
                <a:srgbClr val="E0B45C">
                  <a:alpha val="30196"/>
                </a:srgbClr>
              </a:solidFill>
              <a:prstDash val="solid"/>
            </a:ln>
          </p:spPr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84A9255-3382-B851-F6E6-E6FB94DC6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67" y="1712682"/>
            <a:ext cx="7879969" cy="46149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062" y="528718"/>
            <a:ext cx="71612" cy="429674"/>
          </a:xfrm>
          <a:custGeom>
            <a:avLst/>
            <a:gdLst/>
            <a:ahLst/>
            <a:cxnLst/>
            <a:rect l="l" t="t" r="r" b="b"/>
            <a:pathLst>
              <a:path w="71612" h="429674">
                <a:moveTo>
                  <a:pt x="0" y="0"/>
                </a:moveTo>
                <a:lnTo>
                  <a:pt x="71612" y="0"/>
                </a:lnTo>
                <a:lnTo>
                  <a:pt x="71612" y="429674"/>
                </a:lnTo>
                <a:lnTo>
                  <a:pt x="0" y="429674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37093" y="528718"/>
            <a:ext cx="5514150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Entity-Relationship Diagram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7094" y="1065811"/>
            <a:ext cx="1138636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Structure &amp; Entity Relationships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8546" y="1316454"/>
            <a:ext cx="11442140" cy="5534921"/>
          </a:xfrm>
          <a:custGeom>
            <a:avLst/>
            <a:gdLst/>
            <a:ahLst/>
            <a:cxnLst/>
            <a:rect l="l" t="t" r="r" b="b"/>
            <a:pathLst>
              <a:path w="11465135" h="4733575">
                <a:moveTo>
                  <a:pt x="107405" y="0"/>
                </a:moveTo>
                <a:lnTo>
                  <a:pt x="11357730" y="0"/>
                </a:lnTo>
                <a:cubicBezTo>
                  <a:pt x="11417048" y="0"/>
                  <a:pt x="11465135" y="48087"/>
                  <a:pt x="11465135" y="107405"/>
                </a:cubicBezTo>
                <a:lnTo>
                  <a:pt x="11465135" y="4626171"/>
                </a:lnTo>
                <a:cubicBezTo>
                  <a:pt x="11465135" y="4685489"/>
                  <a:pt x="11417048" y="4733575"/>
                  <a:pt x="11357730" y="4733575"/>
                </a:cubicBezTo>
                <a:lnTo>
                  <a:pt x="107405" y="4733575"/>
                </a:lnTo>
                <a:cubicBezTo>
                  <a:pt x="48087" y="4733575"/>
                  <a:pt x="0" y="4685489"/>
                  <a:pt x="0" y="4626171"/>
                </a:cubicBezTo>
                <a:lnTo>
                  <a:pt x="0" y="107405"/>
                </a:lnTo>
                <a:cubicBezTo>
                  <a:pt x="0" y="48087"/>
                  <a:pt x="48087" y="0"/>
                  <a:pt x="10740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01879D7-08F0-2404-D5EE-766937DB2ACE}"/>
              </a:ext>
            </a:extLst>
          </p:cNvPr>
          <p:cNvGrpSpPr/>
          <p:nvPr/>
        </p:nvGrpSpPr>
        <p:grpSpPr>
          <a:xfrm>
            <a:off x="8024815" y="1595415"/>
            <a:ext cx="2766026" cy="644511"/>
            <a:chOff x="375965" y="6208790"/>
            <a:chExt cx="2766026" cy="64451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B990FA4-3C92-F6CB-B934-1EABE75F03A3}"/>
                </a:ext>
              </a:extLst>
            </p:cNvPr>
            <p:cNvGrpSpPr/>
            <p:nvPr/>
          </p:nvGrpSpPr>
          <p:grpSpPr>
            <a:xfrm>
              <a:off x="375965" y="6208790"/>
              <a:ext cx="2766026" cy="644511"/>
              <a:chOff x="375965" y="6208790"/>
              <a:chExt cx="2766026" cy="644511"/>
            </a:xfrm>
          </p:grpSpPr>
          <p:sp>
            <p:nvSpPr>
              <p:cNvPr id="7" name="Shape 4"/>
              <p:cNvSpPr/>
              <p:nvPr/>
            </p:nvSpPr>
            <p:spPr>
              <a:xfrm>
                <a:off x="375965" y="6208790"/>
                <a:ext cx="2766026" cy="644511"/>
              </a:xfrm>
              <a:custGeom>
                <a:avLst/>
                <a:gdLst/>
                <a:ahLst/>
                <a:cxnLst/>
                <a:rect l="l" t="t" r="r" b="b"/>
                <a:pathLst>
                  <a:path w="2766026" h="644511">
                    <a:moveTo>
                      <a:pt x="35806" y="0"/>
                    </a:moveTo>
                    <a:lnTo>
                      <a:pt x="2694415" y="0"/>
                    </a:lnTo>
                    <a:cubicBezTo>
                      <a:pt x="2733965" y="0"/>
                      <a:pt x="2766026" y="32062"/>
                      <a:pt x="2766026" y="71612"/>
                    </a:cubicBezTo>
                    <a:lnTo>
                      <a:pt x="2766026" y="572899"/>
                    </a:lnTo>
                    <a:cubicBezTo>
                      <a:pt x="2766026" y="612449"/>
                      <a:pt x="2733965" y="644511"/>
                      <a:pt x="2694415" y="644511"/>
                    </a:cubicBezTo>
                    <a:lnTo>
                      <a:pt x="35806" y="644511"/>
                    </a:lnTo>
                    <a:cubicBezTo>
                      <a:pt x="16031" y="644511"/>
                      <a:pt x="0" y="628480"/>
                      <a:pt x="0" y="608705"/>
                    </a:cubicBezTo>
                    <a:lnTo>
                      <a:pt x="0" y="35806"/>
                    </a:lnTo>
                    <a:cubicBezTo>
                      <a:pt x="0" y="16044"/>
                      <a:pt x="16044" y="0"/>
                      <a:pt x="35806" y="0"/>
                    </a:cubicBezTo>
                    <a:close/>
                  </a:path>
                </a:pathLst>
              </a:custGeom>
              <a:solidFill>
                <a:srgbClr val="E0B45C">
                  <a:alpha val="20000"/>
                </a:srgbClr>
              </a:solidFill>
              <a:ln/>
            </p:spPr>
          </p:sp>
          <p:sp>
            <p:nvSpPr>
              <p:cNvPr id="8" name="Shape 5"/>
              <p:cNvSpPr/>
              <p:nvPr/>
            </p:nvSpPr>
            <p:spPr>
              <a:xfrm>
                <a:off x="375965" y="6208790"/>
                <a:ext cx="35806" cy="644511"/>
              </a:xfrm>
              <a:custGeom>
                <a:avLst/>
                <a:gdLst/>
                <a:ahLst/>
                <a:cxnLst/>
                <a:rect l="l" t="t" r="r" b="b"/>
                <a:pathLst>
                  <a:path w="35806" h="644511">
                    <a:moveTo>
                      <a:pt x="35806" y="0"/>
                    </a:moveTo>
                    <a:lnTo>
                      <a:pt x="35806" y="0"/>
                    </a:lnTo>
                    <a:lnTo>
                      <a:pt x="35806" y="644511"/>
                    </a:lnTo>
                    <a:lnTo>
                      <a:pt x="35806" y="644511"/>
                    </a:lnTo>
                    <a:cubicBezTo>
                      <a:pt x="16031" y="644511"/>
                      <a:pt x="0" y="628480"/>
                      <a:pt x="0" y="608705"/>
                    </a:cubicBezTo>
                    <a:lnTo>
                      <a:pt x="0" y="35806"/>
                    </a:lnTo>
                    <a:cubicBezTo>
                      <a:pt x="0" y="16031"/>
                      <a:pt x="16031" y="0"/>
                      <a:pt x="35806" y="0"/>
                    </a:cubicBezTo>
                    <a:close/>
                  </a:path>
                </a:pathLst>
              </a:custGeom>
              <a:solidFill>
                <a:srgbClr val="E0B45C"/>
              </a:solidFill>
              <a:ln/>
            </p:spPr>
          </p:sp>
          <p:sp>
            <p:nvSpPr>
              <p:cNvPr id="9" name="Text 6"/>
              <p:cNvSpPr/>
              <p:nvPr/>
            </p:nvSpPr>
            <p:spPr>
              <a:xfrm>
                <a:off x="501286" y="6316209"/>
                <a:ext cx="2604899" cy="2148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128" b="1" dirty="0">
                    <a:solidFill>
                      <a:srgbClr val="E8E8E8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TEACHER</a:t>
                </a:r>
                <a:endParaRPr lang="en-US" sz="1600" dirty="0"/>
              </a:p>
            </p:txBody>
          </p:sp>
        </p:grpSp>
        <p:sp>
          <p:nvSpPr>
            <p:cNvPr id="10" name="Text 7"/>
            <p:cNvSpPr/>
            <p:nvPr/>
          </p:nvSpPr>
          <p:spPr>
            <a:xfrm>
              <a:off x="501286" y="6566852"/>
              <a:ext cx="2595947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7D8A9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Hosts multiple meetings, subject expertise</a:t>
              </a:r>
              <a:endParaRPr lang="en-US" sz="16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F798667-69CF-D1A7-B7FD-2939F0030554}"/>
              </a:ext>
            </a:extLst>
          </p:cNvPr>
          <p:cNvGrpSpPr/>
          <p:nvPr/>
        </p:nvGrpSpPr>
        <p:grpSpPr>
          <a:xfrm>
            <a:off x="8020285" y="2900868"/>
            <a:ext cx="2766026" cy="649211"/>
            <a:chOff x="3259547" y="6208789"/>
            <a:chExt cx="2766026" cy="649211"/>
          </a:xfrm>
        </p:grpSpPr>
        <p:sp>
          <p:nvSpPr>
            <p:cNvPr id="11" name="Shape 8"/>
            <p:cNvSpPr/>
            <p:nvPr/>
          </p:nvSpPr>
          <p:spPr>
            <a:xfrm>
              <a:off x="3259547" y="6208789"/>
              <a:ext cx="2766026" cy="644511"/>
            </a:xfrm>
            <a:custGeom>
              <a:avLst/>
              <a:gdLst/>
              <a:ahLst/>
              <a:cxnLst/>
              <a:rect l="l" t="t" r="r" b="b"/>
              <a:pathLst>
                <a:path w="2766026" h="644511">
                  <a:moveTo>
                    <a:pt x="35806" y="0"/>
                  </a:moveTo>
                  <a:lnTo>
                    <a:pt x="2694415" y="0"/>
                  </a:lnTo>
                  <a:cubicBezTo>
                    <a:pt x="2733965" y="0"/>
                    <a:pt x="2766026" y="32062"/>
                    <a:pt x="2766026" y="71612"/>
                  </a:cubicBezTo>
                  <a:lnTo>
                    <a:pt x="2766026" y="572899"/>
                  </a:lnTo>
                  <a:cubicBezTo>
                    <a:pt x="2766026" y="612449"/>
                    <a:pt x="2733965" y="644511"/>
                    <a:pt x="2694415" y="644511"/>
                  </a:cubicBezTo>
                  <a:lnTo>
                    <a:pt x="35806" y="644511"/>
                  </a:lnTo>
                  <a:cubicBezTo>
                    <a:pt x="16031" y="644511"/>
                    <a:pt x="0" y="628480"/>
                    <a:pt x="0" y="608705"/>
                  </a:cubicBezTo>
                  <a:lnTo>
                    <a:pt x="0" y="35806"/>
                  </a:lnTo>
                  <a:cubicBezTo>
                    <a:pt x="0" y="16044"/>
                    <a:pt x="16044" y="0"/>
                    <a:pt x="35806" y="0"/>
                  </a:cubicBezTo>
                  <a:close/>
                </a:path>
              </a:pathLst>
            </a:custGeom>
            <a:solidFill>
              <a:srgbClr val="4A5C6A">
                <a:alpha val="30196"/>
              </a:srgbClr>
            </a:solidFill>
            <a:ln/>
          </p:spPr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53A9A9C-683A-1F24-38D9-74D5F8CDAF16}"/>
                </a:ext>
              </a:extLst>
            </p:cNvPr>
            <p:cNvGrpSpPr/>
            <p:nvPr/>
          </p:nvGrpSpPr>
          <p:grpSpPr>
            <a:xfrm>
              <a:off x="3294168" y="6213489"/>
              <a:ext cx="2730221" cy="644511"/>
              <a:chOff x="3271229" y="6208790"/>
              <a:chExt cx="2730221" cy="644511"/>
            </a:xfrm>
          </p:grpSpPr>
          <p:sp>
            <p:nvSpPr>
              <p:cNvPr id="12" name="Shape 9"/>
              <p:cNvSpPr/>
              <p:nvPr/>
            </p:nvSpPr>
            <p:spPr>
              <a:xfrm>
                <a:off x="3271229" y="6208790"/>
                <a:ext cx="35806" cy="644511"/>
              </a:xfrm>
              <a:custGeom>
                <a:avLst/>
                <a:gdLst/>
                <a:ahLst/>
                <a:cxnLst/>
                <a:rect l="l" t="t" r="r" b="b"/>
                <a:pathLst>
                  <a:path w="35806" h="644511">
                    <a:moveTo>
                      <a:pt x="35806" y="0"/>
                    </a:moveTo>
                    <a:lnTo>
                      <a:pt x="35806" y="0"/>
                    </a:lnTo>
                    <a:lnTo>
                      <a:pt x="35806" y="644511"/>
                    </a:lnTo>
                    <a:lnTo>
                      <a:pt x="35806" y="644511"/>
                    </a:lnTo>
                    <a:cubicBezTo>
                      <a:pt x="16031" y="644511"/>
                      <a:pt x="0" y="628480"/>
                      <a:pt x="0" y="608705"/>
                    </a:cubicBezTo>
                    <a:lnTo>
                      <a:pt x="0" y="35806"/>
                    </a:lnTo>
                    <a:cubicBezTo>
                      <a:pt x="0" y="16031"/>
                      <a:pt x="16031" y="0"/>
                      <a:pt x="35806" y="0"/>
                    </a:cubicBezTo>
                    <a:close/>
                  </a:path>
                </a:pathLst>
              </a:custGeom>
              <a:solidFill>
                <a:srgbClr val="4A5C6A"/>
              </a:solidFill>
              <a:ln/>
            </p:spPr>
          </p:sp>
          <p:sp>
            <p:nvSpPr>
              <p:cNvPr id="13" name="Text 10"/>
              <p:cNvSpPr/>
              <p:nvPr/>
            </p:nvSpPr>
            <p:spPr>
              <a:xfrm>
                <a:off x="3396551" y="6316209"/>
                <a:ext cx="2604899" cy="2148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128" b="1" dirty="0">
                    <a:solidFill>
                      <a:srgbClr val="E8E8E8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MEETING</a:t>
                </a:r>
                <a:endParaRPr lang="en-US" sz="1600" dirty="0"/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3396551" y="6566852"/>
                <a:ext cx="2595947" cy="17903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987" dirty="0">
                    <a:solidFill>
                      <a:srgbClr val="7D8A9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Virtual session with status tracking</a:t>
                </a:r>
                <a:endParaRPr lang="en-US" sz="1600" dirty="0"/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531D8C-8A3A-9D1F-DF51-868E10979E7C}"/>
              </a:ext>
            </a:extLst>
          </p:cNvPr>
          <p:cNvGrpSpPr/>
          <p:nvPr/>
        </p:nvGrpSpPr>
        <p:grpSpPr>
          <a:xfrm>
            <a:off x="8025702" y="4205957"/>
            <a:ext cx="2766026" cy="672559"/>
            <a:chOff x="6096000" y="6208789"/>
            <a:chExt cx="2766026" cy="67255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86DFC62-AB83-6710-B4BB-89F432AD2668}"/>
                </a:ext>
              </a:extLst>
            </p:cNvPr>
            <p:cNvGrpSpPr/>
            <p:nvPr/>
          </p:nvGrpSpPr>
          <p:grpSpPr>
            <a:xfrm>
              <a:off x="6096000" y="6236837"/>
              <a:ext cx="2730221" cy="644511"/>
              <a:chOff x="6166605" y="6208790"/>
              <a:chExt cx="2730221" cy="644511"/>
            </a:xfrm>
          </p:grpSpPr>
          <p:sp>
            <p:nvSpPr>
              <p:cNvPr id="16" name="Shape 13"/>
              <p:cNvSpPr/>
              <p:nvPr/>
            </p:nvSpPr>
            <p:spPr>
              <a:xfrm>
                <a:off x="6166605" y="6208790"/>
                <a:ext cx="35806" cy="644511"/>
              </a:xfrm>
              <a:custGeom>
                <a:avLst/>
                <a:gdLst/>
                <a:ahLst/>
                <a:cxnLst/>
                <a:rect l="l" t="t" r="r" b="b"/>
                <a:pathLst>
                  <a:path w="35806" h="644511">
                    <a:moveTo>
                      <a:pt x="35806" y="0"/>
                    </a:moveTo>
                    <a:lnTo>
                      <a:pt x="35806" y="0"/>
                    </a:lnTo>
                    <a:lnTo>
                      <a:pt x="35806" y="644511"/>
                    </a:lnTo>
                    <a:lnTo>
                      <a:pt x="35806" y="644511"/>
                    </a:lnTo>
                    <a:cubicBezTo>
                      <a:pt x="16031" y="644511"/>
                      <a:pt x="0" y="628480"/>
                      <a:pt x="0" y="608705"/>
                    </a:cubicBezTo>
                    <a:lnTo>
                      <a:pt x="0" y="35806"/>
                    </a:lnTo>
                    <a:cubicBezTo>
                      <a:pt x="0" y="16031"/>
                      <a:pt x="16031" y="0"/>
                      <a:pt x="35806" y="0"/>
                    </a:cubicBezTo>
                    <a:close/>
                  </a:path>
                </a:pathLst>
              </a:custGeom>
              <a:solidFill>
                <a:srgbClr val="7D8A93"/>
              </a:solidFill>
              <a:ln/>
            </p:spPr>
          </p:sp>
          <p:sp>
            <p:nvSpPr>
              <p:cNvPr id="17" name="Text 14"/>
              <p:cNvSpPr/>
              <p:nvPr/>
            </p:nvSpPr>
            <p:spPr>
              <a:xfrm>
                <a:off x="6291927" y="6316209"/>
                <a:ext cx="2604899" cy="2148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:r>
                  <a:rPr lang="en-US" sz="1128" b="1" dirty="0">
                    <a:solidFill>
                      <a:srgbClr val="E8E8E8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STUDENT</a:t>
                </a:r>
                <a:endParaRPr lang="en-US" sz="1600" dirty="0"/>
              </a:p>
            </p:txBody>
          </p:sp>
          <p:sp>
            <p:nvSpPr>
              <p:cNvPr id="18" name="Text 15"/>
              <p:cNvSpPr/>
              <p:nvPr/>
            </p:nvSpPr>
            <p:spPr>
              <a:xfrm>
                <a:off x="6291927" y="6566852"/>
                <a:ext cx="2595947" cy="17903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987" dirty="0">
                    <a:solidFill>
                      <a:srgbClr val="7D8A9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Enrolls in meetings, attendance tracked</a:t>
                </a:r>
                <a:endParaRPr lang="en-US" sz="1600" dirty="0"/>
              </a:p>
            </p:txBody>
          </p:sp>
        </p:grpSp>
        <p:sp>
          <p:nvSpPr>
            <p:cNvPr id="15" name="Shape 12"/>
            <p:cNvSpPr/>
            <p:nvPr/>
          </p:nvSpPr>
          <p:spPr>
            <a:xfrm>
              <a:off x="6096000" y="6208789"/>
              <a:ext cx="2766026" cy="644511"/>
            </a:xfrm>
            <a:custGeom>
              <a:avLst/>
              <a:gdLst/>
              <a:ahLst/>
              <a:cxnLst/>
              <a:rect l="l" t="t" r="r" b="b"/>
              <a:pathLst>
                <a:path w="2766026" h="644511">
                  <a:moveTo>
                    <a:pt x="35806" y="0"/>
                  </a:moveTo>
                  <a:lnTo>
                    <a:pt x="2694415" y="0"/>
                  </a:lnTo>
                  <a:cubicBezTo>
                    <a:pt x="2733965" y="0"/>
                    <a:pt x="2766026" y="32062"/>
                    <a:pt x="2766026" y="71612"/>
                  </a:cubicBezTo>
                  <a:lnTo>
                    <a:pt x="2766026" y="572899"/>
                  </a:lnTo>
                  <a:cubicBezTo>
                    <a:pt x="2766026" y="612449"/>
                    <a:pt x="2733965" y="644511"/>
                    <a:pt x="2694415" y="644511"/>
                  </a:cubicBezTo>
                  <a:lnTo>
                    <a:pt x="35806" y="644511"/>
                  </a:lnTo>
                  <a:cubicBezTo>
                    <a:pt x="16031" y="644511"/>
                    <a:pt x="0" y="628480"/>
                    <a:pt x="0" y="608705"/>
                  </a:cubicBezTo>
                  <a:lnTo>
                    <a:pt x="0" y="35806"/>
                  </a:lnTo>
                  <a:cubicBezTo>
                    <a:pt x="0" y="16044"/>
                    <a:pt x="16044" y="0"/>
                    <a:pt x="35806" y="0"/>
                  </a:cubicBezTo>
                  <a:close/>
                </a:path>
              </a:pathLst>
            </a:custGeom>
            <a:solidFill>
              <a:srgbClr val="7D8A93">
                <a:alpha val="20000"/>
              </a:srgbClr>
            </a:solidFill>
            <a:ln/>
          </p:spPr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F919EAC-419E-B952-87F5-7C521865E413}"/>
              </a:ext>
            </a:extLst>
          </p:cNvPr>
          <p:cNvGrpSpPr/>
          <p:nvPr/>
        </p:nvGrpSpPr>
        <p:grpSpPr>
          <a:xfrm>
            <a:off x="8042718" y="5509934"/>
            <a:ext cx="2766026" cy="644511"/>
            <a:chOff x="9061870" y="6208790"/>
            <a:chExt cx="2766026" cy="644511"/>
          </a:xfrm>
        </p:grpSpPr>
        <p:sp>
          <p:nvSpPr>
            <p:cNvPr id="19" name="Shape 16"/>
            <p:cNvSpPr/>
            <p:nvPr/>
          </p:nvSpPr>
          <p:spPr>
            <a:xfrm>
              <a:off x="9061870" y="6208790"/>
              <a:ext cx="2766026" cy="644511"/>
            </a:xfrm>
            <a:custGeom>
              <a:avLst/>
              <a:gdLst/>
              <a:ahLst/>
              <a:cxnLst/>
              <a:rect l="l" t="t" r="r" b="b"/>
              <a:pathLst>
                <a:path w="2766026" h="644511">
                  <a:moveTo>
                    <a:pt x="35806" y="0"/>
                  </a:moveTo>
                  <a:lnTo>
                    <a:pt x="2694415" y="0"/>
                  </a:lnTo>
                  <a:cubicBezTo>
                    <a:pt x="2733965" y="0"/>
                    <a:pt x="2766026" y="32062"/>
                    <a:pt x="2766026" y="71612"/>
                  </a:cubicBezTo>
                  <a:lnTo>
                    <a:pt x="2766026" y="572899"/>
                  </a:lnTo>
                  <a:cubicBezTo>
                    <a:pt x="2766026" y="612449"/>
                    <a:pt x="2733965" y="644511"/>
                    <a:pt x="2694415" y="644511"/>
                  </a:cubicBezTo>
                  <a:lnTo>
                    <a:pt x="35806" y="644511"/>
                  </a:lnTo>
                  <a:cubicBezTo>
                    <a:pt x="16031" y="644511"/>
                    <a:pt x="0" y="628480"/>
                    <a:pt x="0" y="608705"/>
                  </a:cubicBezTo>
                  <a:lnTo>
                    <a:pt x="0" y="35806"/>
                  </a:lnTo>
                  <a:cubicBezTo>
                    <a:pt x="0" y="16044"/>
                    <a:pt x="16044" y="0"/>
                    <a:pt x="35806" y="0"/>
                  </a:cubicBezTo>
                  <a:close/>
                </a:path>
              </a:pathLst>
            </a:custGeom>
            <a:solidFill>
              <a:srgbClr val="E0B45C">
                <a:alpha val="20000"/>
              </a:srgbClr>
            </a:solidFill>
            <a:ln/>
          </p:spPr>
        </p:sp>
        <p:sp>
          <p:nvSpPr>
            <p:cNvPr id="20" name="Shape 17"/>
            <p:cNvSpPr/>
            <p:nvPr/>
          </p:nvSpPr>
          <p:spPr>
            <a:xfrm>
              <a:off x="9061870" y="6208790"/>
              <a:ext cx="35806" cy="644511"/>
            </a:xfrm>
            <a:custGeom>
              <a:avLst/>
              <a:gdLst/>
              <a:ahLst/>
              <a:cxnLst/>
              <a:rect l="l" t="t" r="r" b="b"/>
              <a:pathLst>
                <a:path w="35806" h="644511">
                  <a:moveTo>
                    <a:pt x="35806" y="0"/>
                  </a:moveTo>
                  <a:lnTo>
                    <a:pt x="35806" y="0"/>
                  </a:lnTo>
                  <a:lnTo>
                    <a:pt x="35806" y="644511"/>
                  </a:lnTo>
                  <a:lnTo>
                    <a:pt x="35806" y="644511"/>
                  </a:lnTo>
                  <a:cubicBezTo>
                    <a:pt x="16031" y="644511"/>
                    <a:pt x="0" y="628480"/>
                    <a:pt x="0" y="608705"/>
                  </a:cubicBezTo>
                  <a:lnTo>
                    <a:pt x="0" y="35806"/>
                  </a:lnTo>
                  <a:cubicBezTo>
                    <a:pt x="0" y="16031"/>
                    <a:pt x="16031" y="0"/>
                    <a:pt x="35806" y="0"/>
                  </a:cubicBezTo>
                  <a:close/>
                </a:path>
              </a:pathLst>
            </a:custGeom>
            <a:solidFill>
              <a:srgbClr val="E0B45C"/>
            </a:solidFill>
            <a:ln/>
          </p:spPr>
        </p:sp>
        <p:sp>
          <p:nvSpPr>
            <p:cNvPr id="21" name="Text 18"/>
            <p:cNvSpPr/>
            <p:nvPr/>
          </p:nvSpPr>
          <p:spPr>
            <a:xfrm>
              <a:off x="9187192" y="6316209"/>
              <a:ext cx="2604899" cy="2148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28" b="1" dirty="0">
                  <a:solidFill>
                    <a:srgbClr val="E8E8E8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ATTENDANCE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9187192" y="6566852"/>
              <a:ext cx="2595947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7D8A9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Join timestamps, participation logs</a:t>
              </a:r>
              <a:endParaRPr lang="en-US" sz="1600" dirty="0"/>
            </a:p>
          </p:txBody>
        </p:sp>
      </p:grp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444CED-04DF-20CC-E64F-A6D32ED8F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6" y="1398611"/>
            <a:ext cx="7139471" cy="537731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117" y="522773"/>
            <a:ext cx="70423" cy="422539"/>
          </a:xfrm>
          <a:custGeom>
            <a:avLst/>
            <a:gdLst/>
            <a:ahLst/>
            <a:cxnLst/>
            <a:rect l="l" t="t" r="r" b="b"/>
            <a:pathLst>
              <a:path w="70423" h="422539">
                <a:moveTo>
                  <a:pt x="0" y="0"/>
                </a:moveTo>
                <a:lnTo>
                  <a:pt x="70423" y="0"/>
                </a:lnTo>
                <a:lnTo>
                  <a:pt x="70423" y="422539"/>
                </a:lnTo>
                <a:lnTo>
                  <a:pt x="0" y="422539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28174" y="522773"/>
            <a:ext cx="423418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7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8173" y="1050946"/>
            <a:ext cx="11399740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Dashboard, Video Grid &amp; Interactive Components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5637" y="1477006"/>
            <a:ext cx="5632088" cy="4082779"/>
          </a:xfrm>
          <a:custGeom>
            <a:avLst/>
            <a:gdLst/>
            <a:ahLst/>
            <a:cxnLst/>
            <a:rect l="l" t="t" r="r" b="b"/>
            <a:pathLst>
              <a:path w="5632088" h="4082779">
                <a:moveTo>
                  <a:pt x="105622" y="0"/>
                </a:moveTo>
                <a:lnTo>
                  <a:pt x="5526466" y="0"/>
                </a:lnTo>
                <a:cubicBezTo>
                  <a:pt x="5584799" y="0"/>
                  <a:pt x="5632088" y="47288"/>
                  <a:pt x="5632088" y="105622"/>
                </a:cubicBezTo>
                <a:lnTo>
                  <a:pt x="5632088" y="3977158"/>
                </a:lnTo>
                <a:cubicBezTo>
                  <a:pt x="5632088" y="4035491"/>
                  <a:pt x="5584799" y="4082779"/>
                  <a:pt x="5526466" y="4082779"/>
                </a:cubicBezTo>
                <a:lnTo>
                  <a:pt x="105622" y="4082779"/>
                </a:lnTo>
                <a:cubicBezTo>
                  <a:pt x="47288" y="4082779"/>
                  <a:pt x="0" y="4035491"/>
                  <a:pt x="0" y="3977158"/>
                </a:cubicBezTo>
                <a:lnTo>
                  <a:pt x="0" y="105622"/>
                </a:lnTo>
                <a:cubicBezTo>
                  <a:pt x="0" y="47327"/>
                  <a:pt x="47327" y="0"/>
                  <a:pt x="105622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5216" y="1656586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70423" y="0"/>
                </a:moveTo>
                <a:lnTo>
                  <a:pt x="281692" y="0"/>
                </a:lnTo>
                <a:cubicBezTo>
                  <a:pt x="320586" y="0"/>
                  <a:pt x="352116" y="31529"/>
                  <a:pt x="352116" y="70423"/>
                </a:cubicBezTo>
                <a:lnTo>
                  <a:pt x="352116" y="281692"/>
                </a:lnTo>
                <a:cubicBezTo>
                  <a:pt x="352116" y="320586"/>
                  <a:pt x="320586" y="352116"/>
                  <a:pt x="281692" y="352116"/>
                </a:cubicBezTo>
                <a:lnTo>
                  <a:pt x="70423" y="352116"/>
                </a:lnTo>
                <a:cubicBezTo>
                  <a:pt x="31529" y="352116"/>
                  <a:pt x="0" y="320586"/>
                  <a:pt x="0" y="281692"/>
                </a:cubicBezTo>
                <a:lnTo>
                  <a:pt x="0" y="70423"/>
                </a:lnTo>
                <a:cubicBezTo>
                  <a:pt x="0" y="31556"/>
                  <a:pt x="31556" y="0"/>
                  <a:pt x="7042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9653" y="1762221"/>
            <a:ext cx="123240" cy="140846"/>
          </a:xfrm>
          <a:custGeom>
            <a:avLst/>
            <a:gdLst/>
            <a:ahLst/>
            <a:cxnLst/>
            <a:rect l="l" t="t" r="r" b="b"/>
            <a:pathLst>
              <a:path w="123240" h="140846">
                <a:moveTo>
                  <a:pt x="105635" y="26409"/>
                </a:moveTo>
                <a:lnTo>
                  <a:pt x="70423" y="26409"/>
                </a:lnTo>
                <a:lnTo>
                  <a:pt x="70423" y="61620"/>
                </a:lnTo>
                <a:lnTo>
                  <a:pt x="105635" y="61620"/>
                </a:lnTo>
                <a:lnTo>
                  <a:pt x="105635" y="26409"/>
                </a:lnTo>
                <a:close/>
                <a:moveTo>
                  <a:pt x="123240" y="61620"/>
                </a:moveTo>
                <a:lnTo>
                  <a:pt x="123240" y="114438"/>
                </a:lnTo>
                <a:cubicBezTo>
                  <a:pt x="123240" y="124148"/>
                  <a:pt x="115345" y="132043"/>
                  <a:pt x="105635" y="132043"/>
                </a:cubicBezTo>
                <a:lnTo>
                  <a:pt x="17606" y="132043"/>
                </a:lnTo>
                <a:cubicBezTo>
                  <a:pt x="7895" y="132043"/>
                  <a:pt x="0" y="124148"/>
                  <a:pt x="0" y="114438"/>
                </a:cubicBezTo>
                <a:lnTo>
                  <a:pt x="0" y="26409"/>
                </a:lnTo>
                <a:cubicBezTo>
                  <a:pt x="0" y="16698"/>
                  <a:pt x="7895" y="8803"/>
                  <a:pt x="17606" y="8803"/>
                </a:cubicBezTo>
                <a:lnTo>
                  <a:pt x="105635" y="8803"/>
                </a:lnTo>
                <a:cubicBezTo>
                  <a:pt x="115345" y="8803"/>
                  <a:pt x="123240" y="16698"/>
                  <a:pt x="123240" y="26409"/>
                </a:cubicBezTo>
                <a:lnTo>
                  <a:pt x="123240" y="61620"/>
                </a:lnTo>
                <a:close/>
                <a:moveTo>
                  <a:pt x="17606" y="79226"/>
                </a:moveTo>
                <a:lnTo>
                  <a:pt x="17606" y="114438"/>
                </a:lnTo>
                <a:lnTo>
                  <a:pt x="52817" y="114438"/>
                </a:lnTo>
                <a:lnTo>
                  <a:pt x="52817" y="79226"/>
                </a:lnTo>
                <a:lnTo>
                  <a:pt x="17606" y="79226"/>
                </a:lnTo>
                <a:close/>
                <a:moveTo>
                  <a:pt x="52817" y="61620"/>
                </a:moveTo>
                <a:lnTo>
                  <a:pt x="52817" y="26409"/>
                </a:lnTo>
                <a:lnTo>
                  <a:pt x="17606" y="26409"/>
                </a:lnTo>
                <a:lnTo>
                  <a:pt x="17606" y="61620"/>
                </a:lnTo>
                <a:lnTo>
                  <a:pt x="52817" y="61620"/>
                </a:lnTo>
                <a:close/>
                <a:moveTo>
                  <a:pt x="70423" y="79226"/>
                </a:moveTo>
                <a:lnTo>
                  <a:pt x="70423" y="114438"/>
                </a:lnTo>
                <a:lnTo>
                  <a:pt x="105635" y="114438"/>
                </a:lnTo>
                <a:lnTo>
                  <a:pt x="105635" y="79226"/>
                </a:lnTo>
                <a:lnTo>
                  <a:pt x="70423" y="79226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8" name="Text 6"/>
          <p:cNvSpPr/>
          <p:nvPr/>
        </p:nvSpPr>
        <p:spPr>
          <a:xfrm>
            <a:off x="992967" y="1709404"/>
            <a:ext cx="1698957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2821" y="2149549"/>
            <a:ext cx="5255324" cy="1021135"/>
          </a:xfrm>
          <a:custGeom>
            <a:avLst/>
            <a:gdLst/>
            <a:ahLst/>
            <a:cxnLst/>
            <a:rect l="l" t="t" r="r" b="b"/>
            <a:pathLst>
              <a:path w="5255324" h="1021135">
                <a:moveTo>
                  <a:pt x="35212" y="0"/>
                </a:moveTo>
                <a:lnTo>
                  <a:pt x="5184897" y="0"/>
                </a:lnTo>
                <a:cubicBezTo>
                  <a:pt x="5223793" y="0"/>
                  <a:pt x="5255324" y="31532"/>
                  <a:pt x="5255324" y="70428"/>
                </a:cubicBezTo>
                <a:lnTo>
                  <a:pt x="5255324" y="950707"/>
                </a:lnTo>
                <a:cubicBezTo>
                  <a:pt x="5255324" y="989603"/>
                  <a:pt x="5223793" y="1021135"/>
                  <a:pt x="5184897" y="1021135"/>
                </a:cubicBezTo>
                <a:lnTo>
                  <a:pt x="35212" y="1021135"/>
                </a:lnTo>
                <a:cubicBezTo>
                  <a:pt x="15765" y="1021135"/>
                  <a:pt x="0" y="1005370"/>
                  <a:pt x="0" y="98592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2B3138"/>
          </a:solidFill>
          <a:ln/>
        </p:spPr>
      </p:sp>
      <p:sp>
        <p:nvSpPr>
          <p:cNvPr id="10" name="Shape 8"/>
          <p:cNvSpPr/>
          <p:nvPr/>
        </p:nvSpPr>
        <p:spPr>
          <a:xfrm>
            <a:off x="552821" y="2149549"/>
            <a:ext cx="35212" cy="1021135"/>
          </a:xfrm>
          <a:custGeom>
            <a:avLst/>
            <a:gdLst/>
            <a:ahLst/>
            <a:cxnLst/>
            <a:rect l="l" t="t" r="r" b="b"/>
            <a:pathLst>
              <a:path w="35212" h="1021135">
                <a:moveTo>
                  <a:pt x="35212" y="0"/>
                </a:moveTo>
                <a:lnTo>
                  <a:pt x="35212" y="0"/>
                </a:lnTo>
                <a:lnTo>
                  <a:pt x="35212" y="1021135"/>
                </a:lnTo>
                <a:lnTo>
                  <a:pt x="35212" y="1021135"/>
                </a:lnTo>
                <a:cubicBezTo>
                  <a:pt x="15765" y="1021135"/>
                  <a:pt x="0" y="1005370"/>
                  <a:pt x="0" y="98592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1" name="Shape 9"/>
          <p:cNvSpPr/>
          <p:nvPr/>
        </p:nvSpPr>
        <p:spPr>
          <a:xfrm>
            <a:off x="737682" y="2343211"/>
            <a:ext cx="123240" cy="140846"/>
          </a:xfrm>
          <a:custGeom>
            <a:avLst/>
            <a:gdLst/>
            <a:ahLst/>
            <a:cxnLst/>
            <a:rect l="l" t="t" r="r" b="b"/>
            <a:pathLst>
              <a:path w="123240" h="140846">
                <a:moveTo>
                  <a:pt x="35212" y="0"/>
                </a:moveTo>
                <a:cubicBezTo>
                  <a:pt x="40081" y="0"/>
                  <a:pt x="44014" y="3934"/>
                  <a:pt x="44014" y="8803"/>
                </a:cubicBezTo>
                <a:lnTo>
                  <a:pt x="44014" y="17606"/>
                </a:lnTo>
                <a:lnTo>
                  <a:pt x="79226" y="17606"/>
                </a:lnTo>
                <a:lnTo>
                  <a:pt x="79226" y="8803"/>
                </a:lnTo>
                <a:cubicBezTo>
                  <a:pt x="79226" y="3934"/>
                  <a:pt x="83160" y="0"/>
                  <a:pt x="88029" y="0"/>
                </a:cubicBezTo>
                <a:cubicBezTo>
                  <a:pt x="92898" y="0"/>
                  <a:pt x="96832" y="3934"/>
                  <a:pt x="96832" y="8803"/>
                </a:cubicBezTo>
                <a:lnTo>
                  <a:pt x="96832" y="17606"/>
                </a:lnTo>
                <a:lnTo>
                  <a:pt x="105635" y="17606"/>
                </a:lnTo>
                <a:cubicBezTo>
                  <a:pt x="115345" y="17606"/>
                  <a:pt x="123240" y="25501"/>
                  <a:pt x="123240" y="35212"/>
                </a:cubicBezTo>
                <a:lnTo>
                  <a:pt x="123240" y="114438"/>
                </a:lnTo>
                <a:cubicBezTo>
                  <a:pt x="123240" y="124148"/>
                  <a:pt x="115345" y="132043"/>
                  <a:pt x="105635" y="132043"/>
                </a:cubicBezTo>
                <a:lnTo>
                  <a:pt x="17606" y="132043"/>
                </a:lnTo>
                <a:cubicBezTo>
                  <a:pt x="7895" y="132043"/>
                  <a:pt x="0" y="124148"/>
                  <a:pt x="0" y="114438"/>
                </a:cubicBezTo>
                <a:lnTo>
                  <a:pt x="0" y="35212"/>
                </a:lnTo>
                <a:cubicBezTo>
                  <a:pt x="0" y="25501"/>
                  <a:pt x="7895" y="17606"/>
                  <a:pt x="17606" y="17606"/>
                </a:cubicBezTo>
                <a:lnTo>
                  <a:pt x="26409" y="17606"/>
                </a:lnTo>
                <a:lnTo>
                  <a:pt x="26409" y="8803"/>
                </a:lnTo>
                <a:cubicBezTo>
                  <a:pt x="26409" y="3934"/>
                  <a:pt x="30342" y="0"/>
                  <a:pt x="35212" y="0"/>
                </a:cubicBezTo>
                <a:close/>
                <a:moveTo>
                  <a:pt x="17606" y="66022"/>
                </a:moveTo>
                <a:lnTo>
                  <a:pt x="17606" y="74825"/>
                </a:lnTo>
                <a:cubicBezTo>
                  <a:pt x="17606" y="77245"/>
                  <a:pt x="19586" y="79226"/>
                  <a:pt x="22007" y="79226"/>
                </a:cubicBezTo>
                <a:lnTo>
                  <a:pt x="30810" y="79226"/>
                </a:lnTo>
                <a:cubicBezTo>
                  <a:pt x="33231" y="79226"/>
                  <a:pt x="35212" y="77245"/>
                  <a:pt x="35212" y="74825"/>
                </a:cubicBezTo>
                <a:lnTo>
                  <a:pt x="35212" y="66022"/>
                </a:lnTo>
                <a:cubicBezTo>
                  <a:pt x="35212" y="63601"/>
                  <a:pt x="33231" y="61620"/>
                  <a:pt x="30810" y="61620"/>
                </a:cubicBezTo>
                <a:lnTo>
                  <a:pt x="22007" y="61620"/>
                </a:lnTo>
                <a:cubicBezTo>
                  <a:pt x="19586" y="61620"/>
                  <a:pt x="17606" y="63601"/>
                  <a:pt x="17606" y="66022"/>
                </a:cubicBezTo>
                <a:close/>
                <a:moveTo>
                  <a:pt x="52817" y="66022"/>
                </a:moveTo>
                <a:lnTo>
                  <a:pt x="52817" y="74825"/>
                </a:lnTo>
                <a:cubicBezTo>
                  <a:pt x="52817" y="77245"/>
                  <a:pt x="54798" y="79226"/>
                  <a:pt x="57219" y="79226"/>
                </a:cubicBezTo>
                <a:lnTo>
                  <a:pt x="66022" y="79226"/>
                </a:lnTo>
                <a:cubicBezTo>
                  <a:pt x="68442" y="79226"/>
                  <a:pt x="70423" y="77245"/>
                  <a:pt x="70423" y="74825"/>
                </a:cubicBezTo>
                <a:lnTo>
                  <a:pt x="70423" y="66022"/>
                </a:lnTo>
                <a:cubicBezTo>
                  <a:pt x="70423" y="63601"/>
                  <a:pt x="68442" y="61620"/>
                  <a:pt x="66022" y="61620"/>
                </a:cubicBezTo>
                <a:lnTo>
                  <a:pt x="57219" y="61620"/>
                </a:lnTo>
                <a:cubicBezTo>
                  <a:pt x="54798" y="61620"/>
                  <a:pt x="52817" y="63601"/>
                  <a:pt x="52817" y="66022"/>
                </a:cubicBezTo>
                <a:close/>
                <a:moveTo>
                  <a:pt x="92430" y="61620"/>
                </a:moveTo>
                <a:cubicBezTo>
                  <a:pt x="90010" y="61620"/>
                  <a:pt x="88029" y="63601"/>
                  <a:pt x="88029" y="66022"/>
                </a:cubicBezTo>
                <a:lnTo>
                  <a:pt x="88029" y="74825"/>
                </a:lnTo>
                <a:cubicBezTo>
                  <a:pt x="88029" y="77245"/>
                  <a:pt x="90010" y="79226"/>
                  <a:pt x="92430" y="79226"/>
                </a:cubicBezTo>
                <a:lnTo>
                  <a:pt x="101233" y="79226"/>
                </a:lnTo>
                <a:cubicBezTo>
                  <a:pt x="103654" y="79226"/>
                  <a:pt x="105635" y="77245"/>
                  <a:pt x="105635" y="74825"/>
                </a:cubicBezTo>
                <a:lnTo>
                  <a:pt x="105635" y="66022"/>
                </a:lnTo>
                <a:cubicBezTo>
                  <a:pt x="105635" y="63601"/>
                  <a:pt x="103654" y="61620"/>
                  <a:pt x="101233" y="61620"/>
                </a:cubicBezTo>
                <a:lnTo>
                  <a:pt x="92430" y="61620"/>
                </a:lnTo>
                <a:close/>
                <a:moveTo>
                  <a:pt x="17606" y="101233"/>
                </a:moveTo>
                <a:lnTo>
                  <a:pt x="17606" y="110036"/>
                </a:lnTo>
                <a:cubicBezTo>
                  <a:pt x="17606" y="112457"/>
                  <a:pt x="19586" y="114438"/>
                  <a:pt x="22007" y="114438"/>
                </a:cubicBezTo>
                <a:lnTo>
                  <a:pt x="30810" y="114438"/>
                </a:lnTo>
                <a:cubicBezTo>
                  <a:pt x="33231" y="114438"/>
                  <a:pt x="35212" y="112457"/>
                  <a:pt x="35212" y="110036"/>
                </a:cubicBezTo>
                <a:lnTo>
                  <a:pt x="35212" y="101233"/>
                </a:lnTo>
                <a:cubicBezTo>
                  <a:pt x="35212" y="98812"/>
                  <a:pt x="33231" y="96832"/>
                  <a:pt x="30810" y="96832"/>
                </a:cubicBezTo>
                <a:lnTo>
                  <a:pt x="22007" y="96832"/>
                </a:lnTo>
                <a:cubicBezTo>
                  <a:pt x="19586" y="96832"/>
                  <a:pt x="17606" y="98812"/>
                  <a:pt x="17606" y="101233"/>
                </a:cubicBezTo>
                <a:close/>
                <a:moveTo>
                  <a:pt x="57219" y="96832"/>
                </a:moveTo>
                <a:cubicBezTo>
                  <a:pt x="54798" y="96832"/>
                  <a:pt x="52817" y="98812"/>
                  <a:pt x="52817" y="101233"/>
                </a:cubicBezTo>
                <a:lnTo>
                  <a:pt x="52817" y="110036"/>
                </a:lnTo>
                <a:cubicBezTo>
                  <a:pt x="52817" y="112457"/>
                  <a:pt x="54798" y="114438"/>
                  <a:pt x="57219" y="114438"/>
                </a:cubicBezTo>
                <a:lnTo>
                  <a:pt x="66022" y="114438"/>
                </a:lnTo>
                <a:cubicBezTo>
                  <a:pt x="68442" y="114438"/>
                  <a:pt x="70423" y="112457"/>
                  <a:pt x="70423" y="110036"/>
                </a:cubicBezTo>
                <a:lnTo>
                  <a:pt x="70423" y="101233"/>
                </a:lnTo>
                <a:cubicBezTo>
                  <a:pt x="70423" y="98812"/>
                  <a:pt x="68442" y="96832"/>
                  <a:pt x="66022" y="96832"/>
                </a:cubicBezTo>
                <a:lnTo>
                  <a:pt x="57219" y="96832"/>
                </a:lnTo>
                <a:close/>
                <a:moveTo>
                  <a:pt x="88029" y="101233"/>
                </a:moveTo>
                <a:lnTo>
                  <a:pt x="88029" y="110036"/>
                </a:lnTo>
                <a:cubicBezTo>
                  <a:pt x="88029" y="112457"/>
                  <a:pt x="90010" y="114438"/>
                  <a:pt x="92430" y="114438"/>
                </a:cubicBezTo>
                <a:lnTo>
                  <a:pt x="101233" y="114438"/>
                </a:lnTo>
                <a:cubicBezTo>
                  <a:pt x="103654" y="114438"/>
                  <a:pt x="105635" y="112457"/>
                  <a:pt x="105635" y="110036"/>
                </a:cubicBezTo>
                <a:lnTo>
                  <a:pt x="105635" y="101233"/>
                </a:lnTo>
                <a:cubicBezTo>
                  <a:pt x="105635" y="98812"/>
                  <a:pt x="103654" y="96832"/>
                  <a:pt x="101233" y="96832"/>
                </a:cubicBezTo>
                <a:lnTo>
                  <a:pt x="92430" y="96832"/>
                </a:lnTo>
                <a:cubicBezTo>
                  <a:pt x="90010" y="96832"/>
                  <a:pt x="88029" y="98812"/>
                  <a:pt x="88029" y="101233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2" name="Text 10"/>
          <p:cNvSpPr/>
          <p:nvPr/>
        </p:nvSpPr>
        <p:spPr>
          <a:xfrm>
            <a:off x="992967" y="2290395"/>
            <a:ext cx="1399659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Scheduled Classes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1274" y="2607299"/>
            <a:ext cx="502644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Upcoming sessions with date, time, and instructor info. Color-coded status indicators (Upcoming/Live/Completed).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821" y="3276318"/>
            <a:ext cx="5255324" cy="1021135"/>
          </a:xfrm>
          <a:custGeom>
            <a:avLst/>
            <a:gdLst/>
            <a:ahLst/>
            <a:cxnLst/>
            <a:rect l="l" t="t" r="r" b="b"/>
            <a:pathLst>
              <a:path w="5255324" h="1021135">
                <a:moveTo>
                  <a:pt x="35212" y="0"/>
                </a:moveTo>
                <a:lnTo>
                  <a:pt x="5184897" y="0"/>
                </a:lnTo>
                <a:cubicBezTo>
                  <a:pt x="5223793" y="0"/>
                  <a:pt x="5255324" y="31532"/>
                  <a:pt x="5255324" y="70428"/>
                </a:cubicBezTo>
                <a:lnTo>
                  <a:pt x="5255324" y="950707"/>
                </a:lnTo>
                <a:cubicBezTo>
                  <a:pt x="5255324" y="989603"/>
                  <a:pt x="5223793" y="1021135"/>
                  <a:pt x="5184897" y="1021135"/>
                </a:cubicBezTo>
                <a:lnTo>
                  <a:pt x="35212" y="1021135"/>
                </a:lnTo>
                <a:cubicBezTo>
                  <a:pt x="15765" y="1021135"/>
                  <a:pt x="0" y="1005370"/>
                  <a:pt x="0" y="98592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2821" y="3276318"/>
            <a:ext cx="35212" cy="1021135"/>
          </a:xfrm>
          <a:custGeom>
            <a:avLst/>
            <a:gdLst/>
            <a:ahLst/>
            <a:cxnLst/>
            <a:rect l="l" t="t" r="r" b="b"/>
            <a:pathLst>
              <a:path w="35212" h="1021135">
                <a:moveTo>
                  <a:pt x="35212" y="0"/>
                </a:moveTo>
                <a:lnTo>
                  <a:pt x="35212" y="0"/>
                </a:lnTo>
                <a:lnTo>
                  <a:pt x="35212" y="1021135"/>
                </a:lnTo>
                <a:lnTo>
                  <a:pt x="35212" y="1021135"/>
                </a:lnTo>
                <a:cubicBezTo>
                  <a:pt x="15765" y="1021135"/>
                  <a:pt x="0" y="1005370"/>
                  <a:pt x="0" y="98592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6" name="Shape 14"/>
          <p:cNvSpPr/>
          <p:nvPr/>
        </p:nvSpPr>
        <p:spPr>
          <a:xfrm>
            <a:off x="728879" y="3469981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94906" y="75100"/>
                </a:moveTo>
                <a:cubicBezTo>
                  <a:pt x="97492" y="72514"/>
                  <a:pt x="97492" y="68332"/>
                  <a:pt x="94906" y="65774"/>
                </a:cubicBezTo>
                <a:lnTo>
                  <a:pt x="55293" y="26134"/>
                </a:lnTo>
                <a:cubicBezTo>
                  <a:pt x="53395" y="24235"/>
                  <a:pt x="50562" y="23685"/>
                  <a:pt x="48086" y="24703"/>
                </a:cubicBezTo>
                <a:cubicBezTo>
                  <a:pt x="45610" y="25721"/>
                  <a:pt x="44014" y="28142"/>
                  <a:pt x="44014" y="30810"/>
                </a:cubicBezTo>
                <a:lnTo>
                  <a:pt x="44014" y="52817"/>
                </a:lnTo>
                <a:lnTo>
                  <a:pt x="13204" y="52817"/>
                </a:lnTo>
                <a:cubicBezTo>
                  <a:pt x="5914" y="52817"/>
                  <a:pt x="0" y="58732"/>
                  <a:pt x="0" y="66022"/>
                </a:cubicBezTo>
                <a:lnTo>
                  <a:pt x="0" y="74825"/>
                </a:lnTo>
                <a:cubicBezTo>
                  <a:pt x="0" y="82114"/>
                  <a:pt x="5914" y="88029"/>
                  <a:pt x="13204" y="88029"/>
                </a:cubicBezTo>
                <a:lnTo>
                  <a:pt x="44014" y="88029"/>
                </a:lnTo>
                <a:lnTo>
                  <a:pt x="44014" y="110036"/>
                </a:lnTo>
                <a:cubicBezTo>
                  <a:pt x="44014" y="112704"/>
                  <a:pt x="45610" y="115125"/>
                  <a:pt x="48086" y="116143"/>
                </a:cubicBezTo>
                <a:cubicBezTo>
                  <a:pt x="50562" y="117161"/>
                  <a:pt x="53395" y="116611"/>
                  <a:pt x="55293" y="114713"/>
                </a:cubicBezTo>
                <a:lnTo>
                  <a:pt x="94906" y="75100"/>
                </a:lnTo>
                <a:close/>
                <a:moveTo>
                  <a:pt x="96832" y="114438"/>
                </a:moveTo>
                <a:cubicBezTo>
                  <a:pt x="91963" y="114438"/>
                  <a:pt x="88029" y="118371"/>
                  <a:pt x="88029" y="123240"/>
                </a:cubicBezTo>
                <a:cubicBezTo>
                  <a:pt x="88029" y="128110"/>
                  <a:pt x="91963" y="132043"/>
                  <a:pt x="96832" y="132043"/>
                </a:cubicBezTo>
                <a:lnTo>
                  <a:pt x="114438" y="132043"/>
                </a:lnTo>
                <a:cubicBezTo>
                  <a:pt x="129017" y="132043"/>
                  <a:pt x="140846" y="120214"/>
                  <a:pt x="140846" y="105635"/>
                </a:cubicBezTo>
                <a:lnTo>
                  <a:pt x="140846" y="35212"/>
                </a:lnTo>
                <a:cubicBezTo>
                  <a:pt x="140846" y="20632"/>
                  <a:pt x="129017" y="8803"/>
                  <a:pt x="114438" y="8803"/>
                </a:cubicBezTo>
                <a:lnTo>
                  <a:pt x="96832" y="8803"/>
                </a:lnTo>
                <a:cubicBezTo>
                  <a:pt x="91963" y="8803"/>
                  <a:pt x="88029" y="12737"/>
                  <a:pt x="88029" y="17606"/>
                </a:cubicBezTo>
                <a:cubicBezTo>
                  <a:pt x="88029" y="22475"/>
                  <a:pt x="91963" y="26409"/>
                  <a:pt x="96832" y="26409"/>
                </a:cubicBezTo>
                <a:lnTo>
                  <a:pt x="114438" y="26409"/>
                </a:lnTo>
                <a:cubicBezTo>
                  <a:pt x="119307" y="26409"/>
                  <a:pt x="123240" y="30342"/>
                  <a:pt x="123240" y="35212"/>
                </a:cubicBezTo>
                <a:lnTo>
                  <a:pt x="123240" y="105635"/>
                </a:lnTo>
                <a:cubicBezTo>
                  <a:pt x="123240" y="110504"/>
                  <a:pt x="119307" y="114438"/>
                  <a:pt x="114438" y="114438"/>
                </a:cubicBezTo>
                <a:lnTo>
                  <a:pt x="96832" y="114438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7" name="Text 15"/>
          <p:cNvSpPr/>
          <p:nvPr/>
        </p:nvSpPr>
        <p:spPr>
          <a:xfrm>
            <a:off x="992966" y="3417165"/>
            <a:ext cx="1311630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Join Button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1274" y="3734069"/>
            <a:ext cx="5026449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Prominent "Join Room" CTA with one-click access to active sessions. Auto-redirect to video interface.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2821" y="4403087"/>
            <a:ext cx="5255324" cy="809866"/>
          </a:xfrm>
          <a:custGeom>
            <a:avLst/>
            <a:gdLst/>
            <a:ahLst/>
            <a:cxnLst/>
            <a:rect l="l" t="t" r="r" b="b"/>
            <a:pathLst>
              <a:path w="5255324" h="809866">
                <a:moveTo>
                  <a:pt x="35212" y="0"/>
                </a:moveTo>
                <a:lnTo>
                  <a:pt x="5184898" y="0"/>
                </a:lnTo>
                <a:cubicBezTo>
                  <a:pt x="5223793" y="0"/>
                  <a:pt x="5255324" y="31531"/>
                  <a:pt x="5255324" y="70426"/>
                </a:cubicBezTo>
                <a:lnTo>
                  <a:pt x="5255324" y="739440"/>
                </a:lnTo>
                <a:cubicBezTo>
                  <a:pt x="5255324" y="778335"/>
                  <a:pt x="5223793" y="809866"/>
                  <a:pt x="5184898" y="809866"/>
                </a:cubicBezTo>
                <a:lnTo>
                  <a:pt x="35212" y="809866"/>
                </a:lnTo>
                <a:cubicBezTo>
                  <a:pt x="15765" y="809866"/>
                  <a:pt x="0" y="794101"/>
                  <a:pt x="0" y="774654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52821" y="4403087"/>
            <a:ext cx="35212" cy="809866"/>
          </a:xfrm>
          <a:custGeom>
            <a:avLst/>
            <a:gdLst/>
            <a:ahLst/>
            <a:cxnLst/>
            <a:rect l="l" t="t" r="r" b="b"/>
            <a:pathLst>
              <a:path w="35212" h="809866">
                <a:moveTo>
                  <a:pt x="35212" y="0"/>
                </a:moveTo>
                <a:lnTo>
                  <a:pt x="35212" y="0"/>
                </a:lnTo>
                <a:lnTo>
                  <a:pt x="35212" y="809866"/>
                </a:lnTo>
                <a:lnTo>
                  <a:pt x="35212" y="809866"/>
                </a:lnTo>
                <a:cubicBezTo>
                  <a:pt x="15765" y="809866"/>
                  <a:pt x="0" y="794101"/>
                  <a:pt x="0" y="774654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1" name="Shape 19"/>
          <p:cNvSpPr/>
          <p:nvPr/>
        </p:nvSpPr>
        <p:spPr>
          <a:xfrm>
            <a:off x="720076" y="4596751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79226" y="17606"/>
                </a:moveTo>
                <a:cubicBezTo>
                  <a:pt x="108386" y="17606"/>
                  <a:pt x="132043" y="41264"/>
                  <a:pt x="132043" y="70423"/>
                </a:cubicBezTo>
                <a:cubicBezTo>
                  <a:pt x="132043" y="99583"/>
                  <a:pt x="108386" y="123240"/>
                  <a:pt x="79226" y="123240"/>
                </a:cubicBezTo>
                <a:cubicBezTo>
                  <a:pt x="61290" y="123240"/>
                  <a:pt x="45417" y="114300"/>
                  <a:pt x="35872" y="100601"/>
                </a:cubicBezTo>
                <a:cubicBezTo>
                  <a:pt x="33093" y="96612"/>
                  <a:pt x="27592" y="95649"/>
                  <a:pt x="23603" y="98427"/>
                </a:cubicBezTo>
                <a:cubicBezTo>
                  <a:pt x="19614" y="101206"/>
                  <a:pt x="18651" y="106708"/>
                  <a:pt x="21430" y="110696"/>
                </a:cubicBezTo>
                <a:cubicBezTo>
                  <a:pt x="34139" y="128907"/>
                  <a:pt x="55293" y="140846"/>
                  <a:pt x="79226" y="140846"/>
                </a:cubicBezTo>
                <a:cubicBezTo>
                  <a:pt x="118124" y="140846"/>
                  <a:pt x="149649" y="109321"/>
                  <a:pt x="149649" y="70423"/>
                </a:cubicBezTo>
                <a:cubicBezTo>
                  <a:pt x="149649" y="31525"/>
                  <a:pt x="118124" y="0"/>
                  <a:pt x="79226" y="0"/>
                </a:cubicBezTo>
                <a:cubicBezTo>
                  <a:pt x="55651" y="0"/>
                  <a:pt x="34799" y="11581"/>
                  <a:pt x="22007" y="29352"/>
                </a:cubicBezTo>
                <a:lnTo>
                  <a:pt x="22007" y="22007"/>
                </a:lnTo>
                <a:cubicBezTo>
                  <a:pt x="22007" y="17138"/>
                  <a:pt x="18073" y="13204"/>
                  <a:pt x="13204" y="13204"/>
                </a:cubicBezTo>
                <a:cubicBezTo>
                  <a:pt x="8335" y="13204"/>
                  <a:pt x="4401" y="17138"/>
                  <a:pt x="4401" y="22007"/>
                </a:cubicBezTo>
                <a:lnTo>
                  <a:pt x="4401" y="52817"/>
                </a:lnTo>
                <a:cubicBezTo>
                  <a:pt x="4401" y="57686"/>
                  <a:pt x="8335" y="61620"/>
                  <a:pt x="13204" y="61620"/>
                </a:cubicBezTo>
                <a:lnTo>
                  <a:pt x="19972" y="61620"/>
                </a:lnTo>
                <a:cubicBezTo>
                  <a:pt x="20109" y="61620"/>
                  <a:pt x="20247" y="61620"/>
                  <a:pt x="20384" y="61620"/>
                </a:cubicBezTo>
                <a:lnTo>
                  <a:pt x="44042" y="61620"/>
                </a:lnTo>
                <a:cubicBezTo>
                  <a:pt x="48911" y="61620"/>
                  <a:pt x="52845" y="57686"/>
                  <a:pt x="52845" y="52817"/>
                </a:cubicBezTo>
                <a:cubicBezTo>
                  <a:pt x="52845" y="47948"/>
                  <a:pt x="48911" y="44014"/>
                  <a:pt x="44042" y="44014"/>
                </a:cubicBezTo>
                <a:lnTo>
                  <a:pt x="33506" y="44014"/>
                </a:lnTo>
                <a:cubicBezTo>
                  <a:pt x="42611" y="28224"/>
                  <a:pt x="59695" y="17606"/>
                  <a:pt x="79226" y="17606"/>
                </a:cubicBezTo>
                <a:close/>
                <a:moveTo>
                  <a:pt x="85828" y="41814"/>
                </a:moveTo>
                <a:cubicBezTo>
                  <a:pt x="85828" y="38155"/>
                  <a:pt x="82885" y="35212"/>
                  <a:pt x="79226" y="35212"/>
                </a:cubicBezTo>
                <a:cubicBezTo>
                  <a:pt x="75567" y="35212"/>
                  <a:pt x="72624" y="38155"/>
                  <a:pt x="72624" y="41814"/>
                </a:cubicBezTo>
                <a:lnTo>
                  <a:pt x="72624" y="70423"/>
                </a:lnTo>
                <a:cubicBezTo>
                  <a:pt x="72624" y="72184"/>
                  <a:pt x="73312" y="73862"/>
                  <a:pt x="74549" y="75100"/>
                </a:cubicBezTo>
                <a:lnTo>
                  <a:pt x="94356" y="94906"/>
                </a:lnTo>
                <a:cubicBezTo>
                  <a:pt x="96942" y="97492"/>
                  <a:pt x="101123" y="97492"/>
                  <a:pt x="103682" y="94906"/>
                </a:cubicBezTo>
                <a:cubicBezTo>
                  <a:pt x="106240" y="92320"/>
                  <a:pt x="106267" y="88139"/>
                  <a:pt x="103682" y="85581"/>
                </a:cubicBezTo>
                <a:lnTo>
                  <a:pt x="85801" y="67700"/>
                </a:lnTo>
                <a:lnTo>
                  <a:pt x="85801" y="41814"/>
                </a:ln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2" name="Text 20"/>
          <p:cNvSpPr/>
          <p:nvPr/>
        </p:nvSpPr>
        <p:spPr>
          <a:xfrm>
            <a:off x="992967" y="4543934"/>
            <a:ext cx="1135573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Recent Activity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1274" y="4860838"/>
            <a:ext cx="502644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 meetings with access to recordings, attendance reports, and session notes.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5637" y="5744648"/>
            <a:ext cx="5632088" cy="1239447"/>
          </a:xfrm>
          <a:custGeom>
            <a:avLst/>
            <a:gdLst/>
            <a:ahLst/>
            <a:cxnLst/>
            <a:rect l="l" t="t" r="r" b="b"/>
            <a:pathLst>
              <a:path w="5632088" h="1239447">
                <a:moveTo>
                  <a:pt x="105638" y="0"/>
                </a:moveTo>
                <a:lnTo>
                  <a:pt x="5526450" y="0"/>
                </a:lnTo>
                <a:cubicBezTo>
                  <a:pt x="5584792" y="0"/>
                  <a:pt x="5632088" y="47296"/>
                  <a:pt x="5632088" y="105638"/>
                </a:cubicBezTo>
                <a:lnTo>
                  <a:pt x="5632088" y="1133809"/>
                </a:lnTo>
                <a:cubicBezTo>
                  <a:pt x="5632088" y="1192151"/>
                  <a:pt x="5584792" y="1239447"/>
                  <a:pt x="5526450" y="1239447"/>
                </a:cubicBezTo>
                <a:lnTo>
                  <a:pt x="105638" y="1239447"/>
                </a:lnTo>
                <a:cubicBezTo>
                  <a:pt x="47296" y="1239447"/>
                  <a:pt x="0" y="1192151"/>
                  <a:pt x="0" y="1133809"/>
                </a:cubicBezTo>
                <a:lnTo>
                  <a:pt x="0" y="105638"/>
                </a:lnTo>
                <a:cubicBezTo>
                  <a:pt x="0" y="47335"/>
                  <a:pt x="47335" y="0"/>
                  <a:pt x="10563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7320" y="5968239"/>
            <a:ext cx="178258" cy="158452"/>
          </a:xfrm>
          <a:custGeom>
            <a:avLst/>
            <a:gdLst/>
            <a:ahLst/>
            <a:cxnLst/>
            <a:rect l="l" t="t" r="r" b="b"/>
            <a:pathLst>
              <a:path w="178258" h="158452">
                <a:moveTo>
                  <a:pt x="95783" y="-5849"/>
                </a:moveTo>
                <a:cubicBezTo>
                  <a:pt x="94514" y="-8325"/>
                  <a:pt x="91945" y="-9903"/>
                  <a:pt x="89160" y="-9903"/>
                </a:cubicBezTo>
                <a:cubicBezTo>
                  <a:pt x="86375" y="-9903"/>
                  <a:pt x="83806" y="-8325"/>
                  <a:pt x="82537" y="-5849"/>
                </a:cubicBezTo>
                <a:lnTo>
                  <a:pt x="59760" y="38777"/>
                </a:lnTo>
                <a:lnTo>
                  <a:pt x="10275" y="46638"/>
                </a:lnTo>
                <a:cubicBezTo>
                  <a:pt x="7520" y="47071"/>
                  <a:pt x="5230" y="49021"/>
                  <a:pt x="4364" y="51683"/>
                </a:cubicBezTo>
                <a:cubicBezTo>
                  <a:pt x="3497" y="54344"/>
                  <a:pt x="4209" y="57253"/>
                  <a:pt x="6159" y="59234"/>
                </a:cubicBezTo>
                <a:lnTo>
                  <a:pt x="41563" y="94669"/>
                </a:lnTo>
                <a:lnTo>
                  <a:pt x="33764" y="144154"/>
                </a:lnTo>
                <a:cubicBezTo>
                  <a:pt x="33331" y="146909"/>
                  <a:pt x="34476" y="149694"/>
                  <a:pt x="36735" y="151334"/>
                </a:cubicBezTo>
                <a:cubicBezTo>
                  <a:pt x="38994" y="152974"/>
                  <a:pt x="41965" y="153222"/>
                  <a:pt x="44472" y="151953"/>
                </a:cubicBezTo>
                <a:lnTo>
                  <a:pt x="89160" y="129237"/>
                </a:lnTo>
                <a:lnTo>
                  <a:pt x="133818" y="151953"/>
                </a:lnTo>
                <a:cubicBezTo>
                  <a:pt x="136293" y="153222"/>
                  <a:pt x="139295" y="152974"/>
                  <a:pt x="141555" y="151334"/>
                </a:cubicBezTo>
                <a:cubicBezTo>
                  <a:pt x="143814" y="149694"/>
                  <a:pt x="144959" y="146939"/>
                  <a:pt x="144526" y="144154"/>
                </a:cubicBezTo>
                <a:lnTo>
                  <a:pt x="136696" y="94669"/>
                </a:lnTo>
                <a:lnTo>
                  <a:pt x="172100" y="59234"/>
                </a:lnTo>
                <a:cubicBezTo>
                  <a:pt x="174081" y="57253"/>
                  <a:pt x="174761" y="54344"/>
                  <a:pt x="173895" y="51683"/>
                </a:cubicBezTo>
                <a:cubicBezTo>
                  <a:pt x="173028" y="49021"/>
                  <a:pt x="170769" y="47071"/>
                  <a:pt x="167984" y="46638"/>
                </a:cubicBezTo>
                <a:lnTo>
                  <a:pt x="118530" y="38777"/>
                </a:lnTo>
                <a:lnTo>
                  <a:pt x="95783" y="-584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6" name="Text 24"/>
          <p:cNvSpPr/>
          <p:nvPr/>
        </p:nvSpPr>
        <p:spPr>
          <a:xfrm>
            <a:off x="737682" y="5924226"/>
            <a:ext cx="5149690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UI Features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2821" y="6311556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93641" y="58512"/>
                </a:moveTo>
                <a:lnTo>
                  <a:pt x="71634" y="93723"/>
                </a:lnTo>
                <a:cubicBezTo>
                  <a:pt x="70478" y="95566"/>
                  <a:pt x="68497" y="96722"/>
                  <a:pt x="66324" y="96832"/>
                </a:cubicBezTo>
                <a:cubicBezTo>
                  <a:pt x="64151" y="96942"/>
                  <a:pt x="62060" y="95951"/>
                  <a:pt x="60767" y="94191"/>
                </a:cubicBezTo>
                <a:lnTo>
                  <a:pt x="47563" y="76585"/>
                </a:lnTo>
                <a:cubicBezTo>
                  <a:pt x="45362" y="73669"/>
                  <a:pt x="45968" y="69543"/>
                  <a:pt x="48884" y="67342"/>
                </a:cubicBezTo>
                <a:cubicBezTo>
                  <a:pt x="51799" y="65141"/>
                  <a:pt x="55926" y="65747"/>
                  <a:pt x="58127" y="68663"/>
                </a:cubicBezTo>
                <a:lnTo>
                  <a:pt x="65554" y="78566"/>
                </a:lnTo>
                <a:lnTo>
                  <a:pt x="82445" y="51524"/>
                </a:lnTo>
                <a:cubicBezTo>
                  <a:pt x="84370" y="48443"/>
                  <a:pt x="88442" y="47481"/>
                  <a:pt x="91550" y="49434"/>
                </a:cubicBezTo>
                <a:cubicBezTo>
                  <a:pt x="94659" y="51387"/>
                  <a:pt x="95594" y="55431"/>
                  <a:pt x="93641" y="5853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8" name="Text 26"/>
          <p:cNvSpPr/>
          <p:nvPr/>
        </p:nvSpPr>
        <p:spPr>
          <a:xfrm>
            <a:off x="781697" y="6276345"/>
            <a:ext cx="12147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41333" y="6311556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93641" y="58512"/>
                </a:moveTo>
                <a:lnTo>
                  <a:pt x="71634" y="93723"/>
                </a:lnTo>
                <a:cubicBezTo>
                  <a:pt x="70478" y="95566"/>
                  <a:pt x="68497" y="96722"/>
                  <a:pt x="66324" y="96832"/>
                </a:cubicBezTo>
                <a:cubicBezTo>
                  <a:pt x="64151" y="96942"/>
                  <a:pt x="62060" y="95951"/>
                  <a:pt x="60767" y="94191"/>
                </a:cubicBezTo>
                <a:lnTo>
                  <a:pt x="47563" y="76585"/>
                </a:lnTo>
                <a:cubicBezTo>
                  <a:pt x="45362" y="73669"/>
                  <a:pt x="45968" y="69543"/>
                  <a:pt x="48884" y="67342"/>
                </a:cubicBezTo>
                <a:cubicBezTo>
                  <a:pt x="51799" y="65141"/>
                  <a:pt x="55926" y="65747"/>
                  <a:pt x="58127" y="68663"/>
                </a:cubicBezTo>
                <a:lnTo>
                  <a:pt x="65554" y="78566"/>
                </a:lnTo>
                <a:lnTo>
                  <a:pt x="82445" y="51524"/>
                </a:lnTo>
                <a:cubicBezTo>
                  <a:pt x="84370" y="48443"/>
                  <a:pt x="88442" y="47481"/>
                  <a:pt x="91550" y="49434"/>
                </a:cubicBezTo>
                <a:cubicBezTo>
                  <a:pt x="94659" y="51387"/>
                  <a:pt x="95594" y="55431"/>
                  <a:pt x="93641" y="5853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0" name="Text 28"/>
          <p:cNvSpPr/>
          <p:nvPr/>
        </p:nvSpPr>
        <p:spPr>
          <a:xfrm>
            <a:off x="3470208" y="6276345"/>
            <a:ext cx="1091558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Dark/Light Mode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2821" y="6628460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93641" y="58512"/>
                </a:moveTo>
                <a:lnTo>
                  <a:pt x="71634" y="93723"/>
                </a:lnTo>
                <a:cubicBezTo>
                  <a:pt x="70478" y="95566"/>
                  <a:pt x="68497" y="96722"/>
                  <a:pt x="66324" y="96832"/>
                </a:cubicBezTo>
                <a:cubicBezTo>
                  <a:pt x="64151" y="96942"/>
                  <a:pt x="62060" y="95951"/>
                  <a:pt x="60767" y="94191"/>
                </a:cubicBezTo>
                <a:lnTo>
                  <a:pt x="47563" y="76585"/>
                </a:lnTo>
                <a:cubicBezTo>
                  <a:pt x="45362" y="73669"/>
                  <a:pt x="45968" y="69543"/>
                  <a:pt x="48884" y="67342"/>
                </a:cubicBezTo>
                <a:cubicBezTo>
                  <a:pt x="51799" y="65141"/>
                  <a:pt x="55926" y="65747"/>
                  <a:pt x="58127" y="68663"/>
                </a:cubicBezTo>
                <a:lnTo>
                  <a:pt x="65554" y="78566"/>
                </a:lnTo>
                <a:lnTo>
                  <a:pt x="82445" y="51524"/>
                </a:lnTo>
                <a:cubicBezTo>
                  <a:pt x="84370" y="48443"/>
                  <a:pt x="88442" y="47481"/>
                  <a:pt x="91550" y="49434"/>
                </a:cubicBezTo>
                <a:cubicBezTo>
                  <a:pt x="94659" y="51387"/>
                  <a:pt x="95594" y="55431"/>
                  <a:pt x="93641" y="5853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2" name="Text 30"/>
          <p:cNvSpPr/>
          <p:nvPr/>
        </p:nvSpPr>
        <p:spPr>
          <a:xfrm>
            <a:off x="781697" y="6593249"/>
            <a:ext cx="1373251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 (WCAG)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41333" y="6628460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93641" y="58512"/>
                </a:moveTo>
                <a:lnTo>
                  <a:pt x="71634" y="93723"/>
                </a:lnTo>
                <a:cubicBezTo>
                  <a:pt x="70478" y="95566"/>
                  <a:pt x="68497" y="96722"/>
                  <a:pt x="66324" y="96832"/>
                </a:cubicBezTo>
                <a:cubicBezTo>
                  <a:pt x="64151" y="96942"/>
                  <a:pt x="62060" y="95951"/>
                  <a:pt x="60767" y="94191"/>
                </a:cubicBezTo>
                <a:lnTo>
                  <a:pt x="47563" y="76585"/>
                </a:lnTo>
                <a:cubicBezTo>
                  <a:pt x="45362" y="73669"/>
                  <a:pt x="45968" y="69543"/>
                  <a:pt x="48884" y="67342"/>
                </a:cubicBezTo>
                <a:cubicBezTo>
                  <a:pt x="51799" y="65141"/>
                  <a:pt x="55926" y="65747"/>
                  <a:pt x="58127" y="68663"/>
                </a:cubicBezTo>
                <a:lnTo>
                  <a:pt x="65554" y="78566"/>
                </a:lnTo>
                <a:lnTo>
                  <a:pt x="82445" y="51524"/>
                </a:lnTo>
                <a:cubicBezTo>
                  <a:pt x="84370" y="48443"/>
                  <a:pt x="88442" y="47481"/>
                  <a:pt x="91550" y="49434"/>
                </a:cubicBezTo>
                <a:cubicBezTo>
                  <a:pt x="94659" y="51387"/>
                  <a:pt x="95594" y="55431"/>
                  <a:pt x="93641" y="5853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4" name="Text 32"/>
          <p:cNvSpPr/>
          <p:nvPr/>
        </p:nvSpPr>
        <p:spPr>
          <a:xfrm>
            <a:off x="3470209" y="6593249"/>
            <a:ext cx="12147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Updates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04606" y="1477006"/>
            <a:ext cx="5632088" cy="5508847"/>
          </a:xfrm>
          <a:custGeom>
            <a:avLst/>
            <a:gdLst/>
            <a:ahLst/>
            <a:cxnLst/>
            <a:rect l="l" t="t" r="r" b="b"/>
            <a:pathLst>
              <a:path w="5632088" h="5508847">
                <a:moveTo>
                  <a:pt x="105660" y="0"/>
                </a:moveTo>
                <a:lnTo>
                  <a:pt x="5526428" y="0"/>
                </a:lnTo>
                <a:cubicBezTo>
                  <a:pt x="5584782" y="0"/>
                  <a:pt x="5632088" y="47305"/>
                  <a:pt x="5632088" y="105660"/>
                </a:cubicBezTo>
                <a:lnTo>
                  <a:pt x="5632088" y="5403188"/>
                </a:lnTo>
                <a:cubicBezTo>
                  <a:pt x="5632088" y="5461542"/>
                  <a:pt x="5584782" y="5508847"/>
                  <a:pt x="5526428" y="5508847"/>
                </a:cubicBezTo>
                <a:lnTo>
                  <a:pt x="105660" y="5508847"/>
                </a:lnTo>
                <a:cubicBezTo>
                  <a:pt x="47305" y="5508847"/>
                  <a:pt x="0" y="5461542"/>
                  <a:pt x="0" y="5403188"/>
                </a:cubicBezTo>
                <a:lnTo>
                  <a:pt x="0" y="105660"/>
                </a:lnTo>
                <a:cubicBezTo>
                  <a:pt x="0" y="47345"/>
                  <a:pt x="47345" y="0"/>
                  <a:pt x="10566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4184" y="1656586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70423" y="0"/>
                </a:moveTo>
                <a:lnTo>
                  <a:pt x="281692" y="0"/>
                </a:lnTo>
                <a:cubicBezTo>
                  <a:pt x="320586" y="0"/>
                  <a:pt x="352116" y="31529"/>
                  <a:pt x="352116" y="70423"/>
                </a:cubicBezTo>
                <a:lnTo>
                  <a:pt x="352116" y="281692"/>
                </a:lnTo>
                <a:cubicBezTo>
                  <a:pt x="352116" y="320586"/>
                  <a:pt x="320586" y="352116"/>
                  <a:pt x="281692" y="352116"/>
                </a:cubicBezTo>
                <a:lnTo>
                  <a:pt x="70423" y="352116"/>
                </a:lnTo>
                <a:cubicBezTo>
                  <a:pt x="31529" y="352116"/>
                  <a:pt x="0" y="320586"/>
                  <a:pt x="0" y="281692"/>
                </a:cubicBezTo>
                <a:lnTo>
                  <a:pt x="0" y="70423"/>
                </a:lnTo>
                <a:cubicBezTo>
                  <a:pt x="0" y="31556"/>
                  <a:pt x="31556" y="0"/>
                  <a:pt x="70423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81016" y="1762221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26409" y="17606"/>
                </a:moveTo>
                <a:cubicBezTo>
                  <a:pt x="16698" y="17606"/>
                  <a:pt x="8803" y="25501"/>
                  <a:pt x="8803" y="35212"/>
                </a:cubicBezTo>
                <a:lnTo>
                  <a:pt x="8803" y="105635"/>
                </a:lnTo>
                <a:cubicBezTo>
                  <a:pt x="8803" y="115345"/>
                  <a:pt x="16698" y="123240"/>
                  <a:pt x="26409" y="123240"/>
                </a:cubicBezTo>
                <a:lnTo>
                  <a:pt x="96832" y="123240"/>
                </a:lnTo>
                <a:cubicBezTo>
                  <a:pt x="106542" y="123240"/>
                  <a:pt x="114438" y="115345"/>
                  <a:pt x="114438" y="105635"/>
                </a:cubicBezTo>
                <a:lnTo>
                  <a:pt x="114438" y="35212"/>
                </a:lnTo>
                <a:cubicBezTo>
                  <a:pt x="114438" y="25501"/>
                  <a:pt x="106542" y="17606"/>
                  <a:pt x="96832" y="17606"/>
                </a:cubicBezTo>
                <a:lnTo>
                  <a:pt x="26409" y="17606"/>
                </a:lnTo>
                <a:close/>
                <a:moveTo>
                  <a:pt x="127642" y="92430"/>
                </a:moveTo>
                <a:lnTo>
                  <a:pt x="147861" y="108606"/>
                </a:lnTo>
                <a:cubicBezTo>
                  <a:pt x="149016" y="109541"/>
                  <a:pt x="150447" y="110036"/>
                  <a:pt x="151932" y="110036"/>
                </a:cubicBezTo>
                <a:cubicBezTo>
                  <a:pt x="155536" y="110036"/>
                  <a:pt x="158452" y="107120"/>
                  <a:pt x="158452" y="103516"/>
                </a:cubicBezTo>
                <a:lnTo>
                  <a:pt x="158452" y="37330"/>
                </a:lnTo>
                <a:cubicBezTo>
                  <a:pt x="158452" y="33726"/>
                  <a:pt x="155536" y="30810"/>
                  <a:pt x="151932" y="30810"/>
                </a:cubicBezTo>
                <a:cubicBezTo>
                  <a:pt x="150447" y="30810"/>
                  <a:pt x="149016" y="31305"/>
                  <a:pt x="147861" y="32241"/>
                </a:cubicBezTo>
                <a:lnTo>
                  <a:pt x="127642" y="48416"/>
                </a:lnTo>
                <a:lnTo>
                  <a:pt x="127642" y="9243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8" name="Text 36"/>
          <p:cNvSpPr/>
          <p:nvPr/>
        </p:nvSpPr>
        <p:spPr>
          <a:xfrm>
            <a:off x="6841935" y="1709404"/>
            <a:ext cx="2218328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Conference Interface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7706" y="2153070"/>
            <a:ext cx="5262366" cy="2612697"/>
          </a:xfrm>
          <a:custGeom>
            <a:avLst/>
            <a:gdLst/>
            <a:ahLst/>
            <a:cxnLst/>
            <a:rect l="l" t="t" r="r" b="b"/>
            <a:pathLst>
              <a:path w="5262366" h="2612697">
                <a:moveTo>
                  <a:pt x="70412" y="0"/>
                </a:moveTo>
                <a:lnTo>
                  <a:pt x="5191954" y="0"/>
                </a:lnTo>
                <a:cubicBezTo>
                  <a:pt x="5230842" y="0"/>
                  <a:pt x="5262366" y="31525"/>
                  <a:pt x="5262366" y="70412"/>
                </a:cubicBezTo>
                <a:lnTo>
                  <a:pt x="5262366" y="2542285"/>
                </a:lnTo>
                <a:cubicBezTo>
                  <a:pt x="5262366" y="2581173"/>
                  <a:pt x="5230842" y="2612697"/>
                  <a:pt x="5191954" y="2612697"/>
                </a:cubicBezTo>
                <a:lnTo>
                  <a:pt x="70412" y="2612697"/>
                </a:lnTo>
                <a:cubicBezTo>
                  <a:pt x="31525" y="2612697"/>
                  <a:pt x="0" y="2581173"/>
                  <a:pt x="0" y="2542285"/>
                </a:cubicBezTo>
                <a:lnTo>
                  <a:pt x="0" y="70412"/>
                </a:lnTo>
                <a:cubicBezTo>
                  <a:pt x="0" y="31551"/>
                  <a:pt x="31551" y="0"/>
                  <a:pt x="70412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5596" y="2300956"/>
            <a:ext cx="2427837" cy="834514"/>
          </a:xfrm>
          <a:custGeom>
            <a:avLst/>
            <a:gdLst/>
            <a:ahLst/>
            <a:cxnLst/>
            <a:rect l="l" t="t" r="r" b="b"/>
            <a:pathLst>
              <a:path w="2427837" h="834514">
                <a:moveTo>
                  <a:pt x="70425" y="0"/>
                </a:moveTo>
                <a:lnTo>
                  <a:pt x="2357412" y="0"/>
                </a:lnTo>
                <a:cubicBezTo>
                  <a:pt x="2396306" y="0"/>
                  <a:pt x="2427837" y="31530"/>
                  <a:pt x="2427837" y="70425"/>
                </a:cubicBezTo>
                <a:lnTo>
                  <a:pt x="2427837" y="764089"/>
                </a:lnTo>
                <a:cubicBezTo>
                  <a:pt x="2427837" y="802984"/>
                  <a:pt x="2396306" y="834514"/>
                  <a:pt x="2357412" y="834514"/>
                </a:cubicBezTo>
                <a:lnTo>
                  <a:pt x="70425" y="834514"/>
                </a:lnTo>
                <a:cubicBezTo>
                  <a:pt x="31530" y="834514"/>
                  <a:pt x="0" y="802984"/>
                  <a:pt x="0" y="764089"/>
                </a:cubicBezTo>
                <a:lnTo>
                  <a:pt x="0" y="70425"/>
                </a:lnTo>
                <a:cubicBezTo>
                  <a:pt x="0" y="31556"/>
                  <a:pt x="31556" y="0"/>
                  <a:pt x="7042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19781" y="2482296"/>
            <a:ext cx="264087" cy="264087"/>
          </a:xfrm>
          <a:custGeom>
            <a:avLst/>
            <a:gdLst/>
            <a:ahLst/>
            <a:cxnLst/>
            <a:rect l="l" t="t" r="r" b="b"/>
            <a:pathLst>
              <a:path w="264087" h="264087">
                <a:moveTo>
                  <a:pt x="205802" y="198168"/>
                </a:moveTo>
                <a:cubicBezTo>
                  <a:pt x="194403" y="178362"/>
                  <a:pt x="172997" y="165054"/>
                  <a:pt x="148549" y="165054"/>
                </a:cubicBezTo>
                <a:lnTo>
                  <a:pt x="115538" y="165054"/>
                </a:lnTo>
                <a:cubicBezTo>
                  <a:pt x="91089" y="165054"/>
                  <a:pt x="69684" y="178362"/>
                  <a:pt x="58285" y="198168"/>
                </a:cubicBezTo>
                <a:cubicBezTo>
                  <a:pt x="76441" y="218387"/>
                  <a:pt x="102746" y="231076"/>
                  <a:pt x="132043" y="231076"/>
                </a:cubicBezTo>
                <a:cubicBezTo>
                  <a:pt x="161340" y="231076"/>
                  <a:pt x="187646" y="218336"/>
                  <a:pt x="205802" y="198168"/>
                </a:cubicBezTo>
                <a:close/>
                <a:moveTo>
                  <a:pt x="0" y="132043"/>
                </a:moveTo>
                <a:cubicBezTo>
                  <a:pt x="0" y="59167"/>
                  <a:pt x="59167" y="0"/>
                  <a:pt x="132043" y="0"/>
                </a:cubicBezTo>
                <a:cubicBezTo>
                  <a:pt x="204920" y="0"/>
                  <a:pt x="264087" y="59167"/>
                  <a:pt x="264087" y="132043"/>
                </a:cubicBezTo>
                <a:cubicBezTo>
                  <a:pt x="264087" y="204920"/>
                  <a:pt x="204920" y="264087"/>
                  <a:pt x="132043" y="264087"/>
                </a:cubicBezTo>
                <a:cubicBezTo>
                  <a:pt x="59167" y="264087"/>
                  <a:pt x="0" y="204920"/>
                  <a:pt x="0" y="132043"/>
                </a:cubicBezTo>
                <a:close/>
                <a:moveTo>
                  <a:pt x="132043" y="140296"/>
                </a:moveTo>
                <a:cubicBezTo>
                  <a:pt x="152540" y="140296"/>
                  <a:pt x="169181" y="123655"/>
                  <a:pt x="169181" y="103159"/>
                </a:cubicBezTo>
                <a:cubicBezTo>
                  <a:pt x="169181" y="82662"/>
                  <a:pt x="152540" y="66022"/>
                  <a:pt x="132043" y="66022"/>
                </a:cubicBezTo>
                <a:cubicBezTo>
                  <a:pt x="111547" y="66022"/>
                  <a:pt x="94906" y="82662"/>
                  <a:pt x="94906" y="103159"/>
                </a:cubicBezTo>
                <a:cubicBezTo>
                  <a:pt x="94906" y="123655"/>
                  <a:pt x="111547" y="140296"/>
                  <a:pt x="132043" y="140296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42" name="Text 40"/>
          <p:cNvSpPr/>
          <p:nvPr/>
        </p:nvSpPr>
        <p:spPr>
          <a:xfrm>
            <a:off x="7505122" y="2781593"/>
            <a:ext cx="49296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76329" y="2300956"/>
            <a:ext cx="2427837" cy="834514"/>
          </a:xfrm>
          <a:custGeom>
            <a:avLst/>
            <a:gdLst/>
            <a:ahLst/>
            <a:cxnLst/>
            <a:rect l="l" t="t" r="r" b="b"/>
            <a:pathLst>
              <a:path w="2427837" h="834514">
                <a:moveTo>
                  <a:pt x="70425" y="0"/>
                </a:moveTo>
                <a:lnTo>
                  <a:pt x="2357412" y="0"/>
                </a:lnTo>
                <a:cubicBezTo>
                  <a:pt x="2396306" y="0"/>
                  <a:pt x="2427837" y="31530"/>
                  <a:pt x="2427837" y="70425"/>
                </a:cubicBezTo>
                <a:lnTo>
                  <a:pt x="2427837" y="764089"/>
                </a:lnTo>
                <a:cubicBezTo>
                  <a:pt x="2427837" y="802984"/>
                  <a:pt x="2396306" y="834514"/>
                  <a:pt x="2357412" y="834514"/>
                </a:cubicBezTo>
                <a:lnTo>
                  <a:pt x="70425" y="834514"/>
                </a:lnTo>
                <a:cubicBezTo>
                  <a:pt x="31530" y="834514"/>
                  <a:pt x="0" y="802984"/>
                  <a:pt x="0" y="764089"/>
                </a:cubicBezTo>
                <a:lnTo>
                  <a:pt x="0" y="70425"/>
                </a:lnTo>
                <a:cubicBezTo>
                  <a:pt x="0" y="31556"/>
                  <a:pt x="31556" y="0"/>
                  <a:pt x="7042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60405" y="2482296"/>
            <a:ext cx="264087" cy="264087"/>
          </a:xfrm>
          <a:custGeom>
            <a:avLst/>
            <a:gdLst/>
            <a:ahLst/>
            <a:cxnLst/>
            <a:rect l="l" t="t" r="r" b="b"/>
            <a:pathLst>
              <a:path w="264087" h="264087">
                <a:moveTo>
                  <a:pt x="205802" y="198168"/>
                </a:moveTo>
                <a:cubicBezTo>
                  <a:pt x="194403" y="178362"/>
                  <a:pt x="172997" y="165054"/>
                  <a:pt x="148549" y="165054"/>
                </a:cubicBezTo>
                <a:lnTo>
                  <a:pt x="115538" y="165054"/>
                </a:lnTo>
                <a:cubicBezTo>
                  <a:pt x="91089" y="165054"/>
                  <a:pt x="69684" y="178362"/>
                  <a:pt x="58285" y="198168"/>
                </a:cubicBezTo>
                <a:cubicBezTo>
                  <a:pt x="76441" y="218387"/>
                  <a:pt x="102746" y="231076"/>
                  <a:pt x="132043" y="231076"/>
                </a:cubicBezTo>
                <a:cubicBezTo>
                  <a:pt x="161340" y="231076"/>
                  <a:pt x="187646" y="218336"/>
                  <a:pt x="205802" y="198168"/>
                </a:cubicBezTo>
                <a:close/>
                <a:moveTo>
                  <a:pt x="0" y="132043"/>
                </a:moveTo>
                <a:cubicBezTo>
                  <a:pt x="0" y="59167"/>
                  <a:pt x="59167" y="0"/>
                  <a:pt x="132043" y="0"/>
                </a:cubicBezTo>
                <a:cubicBezTo>
                  <a:pt x="204920" y="0"/>
                  <a:pt x="264087" y="59167"/>
                  <a:pt x="264087" y="132043"/>
                </a:cubicBezTo>
                <a:cubicBezTo>
                  <a:pt x="264087" y="204920"/>
                  <a:pt x="204920" y="264087"/>
                  <a:pt x="132043" y="264087"/>
                </a:cubicBezTo>
                <a:cubicBezTo>
                  <a:pt x="59167" y="264087"/>
                  <a:pt x="0" y="204920"/>
                  <a:pt x="0" y="132043"/>
                </a:cubicBezTo>
                <a:close/>
                <a:moveTo>
                  <a:pt x="132043" y="140296"/>
                </a:moveTo>
                <a:cubicBezTo>
                  <a:pt x="152540" y="140296"/>
                  <a:pt x="169181" y="123655"/>
                  <a:pt x="169181" y="103159"/>
                </a:cubicBezTo>
                <a:cubicBezTo>
                  <a:pt x="169181" y="82662"/>
                  <a:pt x="152540" y="66022"/>
                  <a:pt x="132043" y="66022"/>
                </a:cubicBezTo>
                <a:cubicBezTo>
                  <a:pt x="111547" y="66022"/>
                  <a:pt x="94906" y="82662"/>
                  <a:pt x="94906" y="103159"/>
                </a:cubicBezTo>
                <a:cubicBezTo>
                  <a:pt x="94906" y="123655"/>
                  <a:pt x="111547" y="140296"/>
                  <a:pt x="132043" y="140296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45" name="Text 43"/>
          <p:cNvSpPr/>
          <p:nvPr/>
        </p:nvSpPr>
        <p:spPr>
          <a:xfrm>
            <a:off x="10017908" y="2781593"/>
            <a:ext cx="54577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1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35596" y="3251668"/>
            <a:ext cx="2427837" cy="834514"/>
          </a:xfrm>
          <a:custGeom>
            <a:avLst/>
            <a:gdLst/>
            <a:ahLst/>
            <a:cxnLst/>
            <a:rect l="l" t="t" r="r" b="b"/>
            <a:pathLst>
              <a:path w="2427837" h="834514">
                <a:moveTo>
                  <a:pt x="70425" y="0"/>
                </a:moveTo>
                <a:lnTo>
                  <a:pt x="2357412" y="0"/>
                </a:lnTo>
                <a:cubicBezTo>
                  <a:pt x="2396306" y="0"/>
                  <a:pt x="2427837" y="31530"/>
                  <a:pt x="2427837" y="70425"/>
                </a:cubicBezTo>
                <a:lnTo>
                  <a:pt x="2427837" y="764089"/>
                </a:lnTo>
                <a:cubicBezTo>
                  <a:pt x="2427837" y="802984"/>
                  <a:pt x="2396306" y="834514"/>
                  <a:pt x="2357412" y="834514"/>
                </a:cubicBezTo>
                <a:lnTo>
                  <a:pt x="70425" y="834514"/>
                </a:lnTo>
                <a:cubicBezTo>
                  <a:pt x="31530" y="834514"/>
                  <a:pt x="0" y="802984"/>
                  <a:pt x="0" y="764089"/>
                </a:cubicBezTo>
                <a:lnTo>
                  <a:pt x="0" y="70425"/>
                </a:lnTo>
                <a:cubicBezTo>
                  <a:pt x="0" y="31556"/>
                  <a:pt x="31556" y="0"/>
                  <a:pt x="7042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19781" y="3433008"/>
            <a:ext cx="264087" cy="264087"/>
          </a:xfrm>
          <a:custGeom>
            <a:avLst/>
            <a:gdLst/>
            <a:ahLst/>
            <a:cxnLst/>
            <a:rect l="l" t="t" r="r" b="b"/>
            <a:pathLst>
              <a:path w="264087" h="264087">
                <a:moveTo>
                  <a:pt x="205802" y="198168"/>
                </a:moveTo>
                <a:cubicBezTo>
                  <a:pt x="194403" y="178362"/>
                  <a:pt x="172997" y="165054"/>
                  <a:pt x="148549" y="165054"/>
                </a:cubicBezTo>
                <a:lnTo>
                  <a:pt x="115538" y="165054"/>
                </a:lnTo>
                <a:cubicBezTo>
                  <a:pt x="91089" y="165054"/>
                  <a:pt x="69684" y="178362"/>
                  <a:pt x="58285" y="198168"/>
                </a:cubicBezTo>
                <a:cubicBezTo>
                  <a:pt x="76441" y="218387"/>
                  <a:pt x="102746" y="231076"/>
                  <a:pt x="132043" y="231076"/>
                </a:cubicBezTo>
                <a:cubicBezTo>
                  <a:pt x="161340" y="231076"/>
                  <a:pt x="187646" y="218336"/>
                  <a:pt x="205802" y="198168"/>
                </a:cubicBezTo>
                <a:close/>
                <a:moveTo>
                  <a:pt x="0" y="132043"/>
                </a:moveTo>
                <a:cubicBezTo>
                  <a:pt x="0" y="59167"/>
                  <a:pt x="59167" y="0"/>
                  <a:pt x="132043" y="0"/>
                </a:cubicBezTo>
                <a:cubicBezTo>
                  <a:pt x="204920" y="0"/>
                  <a:pt x="264087" y="59167"/>
                  <a:pt x="264087" y="132043"/>
                </a:cubicBezTo>
                <a:cubicBezTo>
                  <a:pt x="264087" y="204920"/>
                  <a:pt x="204920" y="264087"/>
                  <a:pt x="132043" y="264087"/>
                </a:cubicBezTo>
                <a:cubicBezTo>
                  <a:pt x="59167" y="264087"/>
                  <a:pt x="0" y="204920"/>
                  <a:pt x="0" y="132043"/>
                </a:cubicBezTo>
                <a:close/>
                <a:moveTo>
                  <a:pt x="132043" y="140296"/>
                </a:moveTo>
                <a:cubicBezTo>
                  <a:pt x="152540" y="140296"/>
                  <a:pt x="169181" y="123655"/>
                  <a:pt x="169181" y="103159"/>
                </a:cubicBezTo>
                <a:cubicBezTo>
                  <a:pt x="169181" y="82662"/>
                  <a:pt x="152540" y="66022"/>
                  <a:pt x="132043" y="66022"/>
                </a:cubicBezTo>
                <a:cubicBezTo>
                  <a:pt x="111547" y="66022"/>
                  <a:pt x="94906" y="82662"/>
                  <a:pt x="94906" y="103159"/>
                </a:cubicBezTo>
                <a:cubicBezTo>
                  <a:pt x="94906" y="123655"/>
                  <a:pt x="111547" y="140296"/>
                  <a:pt x="132043" y="140296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48" name="Text 46"/>
          <p:cNvSpPr/>
          <p:nvPr/>
        </p:nvSpPr>
        <p:spPr>
          <a:xfrm>
            <a:off x="7465399" y="3732305"/>
            <a:ext cx="572188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2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76329" y="3251668"/>
            <a:ext cx="2427837" cy="834514"/>
          </a:xfrm>
          <a:custGeom>
            <a:avLst/>
            <a:gdLst/>
            <a:ahLst/>
            <a:cxnLst/>
            <a:rect l="l" t="t" r="r" b="b"/>
            <a:pathLst>
              <a:path w="2427837" h="834514">
                <a:moveTo>
                  <a:pt x="70425" y="0"/>
                </a:moveTo>
                <a:lnTo>
                  <a:pt x="2357412" y="0"/>
                </a:lnTo>
                <a:cubicBezTo>
                  <a:pt x="2396306" y="0"/>
                  <a:pt x="2427837" y="31530"/>
                  <a:pt x="2427837" y="70425"/>
                </a:cubicBezTo>
                <a:lnTo>
                  <a:pt x="2427837" y="764089"/>
                </a:lnTo>
                <a:cubicBezTo>
                  <a:pt x="2427837" y="802984"/>
                  <a:pt x="2396306" y="834514"/>
                  <a:pt x="2357412" y="834514"/>
                </a:cubicBezTo>
                <a:lnTo>
                  <a:pt x="70425" y="834514"/>
                </a:lnTo>
                <a:cubicBezTo>
                  <a:pt x="31530" y="834514"/>
                  <a:pt x="0" y="802984"/>
                  <a:pt x="0" y="764089"/>
                </a:cubicBezTo>
                <a:lnTo>
                  <a:pt x="0" y="70425"/>
                </a:lnTo>
                <a:cubicBezTo>
                  <a:pt x="0" y="31556"/>
                  <a:pt x="31556" y="0"/>
                  <a:pt x="7042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60405" y="3433008"/>
            <a:ext cx="264087" cy="264087"/>
          </a:xfrm>
          <a:custGeom>
            <a:avLst/>
            <a:gdLst/>
            <a:ahLst/>
            <a:cxnLst/>
            <a:rect l="l" t="t" r="r" b="b"/>
            <a:pathLst>
              <a:path w="264087" h="264087">
                <a:moveTo>
                  <a:pt x="205802" y="198168"/>
                </a:moveTo>
                <a:cubicBezTo>
                  <a:pt x="194403" y="178362"/>
                  <a:pt x="172997" y="165054"/>
                  <a:pt x="148549" y="165054"/>
                </a:cubicBezTo>
                <a:lnTo>
                  <a:pt x="115538" y="165054"/>
                </a:lnTo>
                <a:cubicBezTo>
                  <a:pt x="91089" y="165054"/>
                  <a:pt x="69684" y="178362"/>
                  <a:pt x="58285" y="198168"/>
                </a:cubicBezTo>
                <a:cubicBezTo>
                  <a:pt x="76441" y="218387"/>
                  <a:pt x="102746" y="231076"/>
                  <a:pt x="132043" y="231076"/>
                </a:cubicBezTo>
                <a:cubicBezTo>
                  <a:pt x="161340" y="231076"/>
                  <a:pt x="187646" y="218336"/>
                  <a:pt x="205802" y="198168"/>
                </a:cubicBezTo>
                <a:close/>
                <a:moveTo>
                  <a:pt x="0" y="132043"/>
                </a:moveTo>
                <a:cubicBezTo>
                  <a:pt x="0" y="59167"/>
                  <a:pt x="59167" y="0"/>
                  <a:pt x="132043" y="0"/>
                </a:cubicBezTo>
                <a:cubicBezTo>
                  <a:pt x="204920" y="0"/>
                  <a:pt x="264087" y="59167"/>
                  <a:pt x="264087" y="132043"/>
                </a:cubicBezTo>
                <a:cubicBezTo>
                  <a:pt x="264087" y="204920"/>
                  <a:pt x="204920" y="264087"/>
                  <a:pt x="132043" y="264087"/>
                </a:cubicBezTo>
                <a:cubicBezTo>
                  <a:pt x="59167" y="264087"/>
                  <a:pt x="0" y="204920"/>
                  <a:pt x="0" y="132043"/>
                </a:cubicBezTo>
                <a:close/>
                <a:moveTo>
                  <a:pt x="132043" y="140296"/>
                </a:moveTo>
                <a:cubicBezTo>
                  <a:pt x="152540" y="140296"/>
                  <a:pt x="169181" y="123655"/>
                  <a:pt x="169181" y="103159"/>
                </a:cubicBezTo>
                <a:cubicBezTo>
                  <a:pt x="169181" y="82662"/>
                  <a:pt x="152540" y="66022"/>
                  <a:pt x="132043" y="66022"/>
                </a:cubicBezTo>
                <a:cubicBezTo>
                  <a:pt x="111547" y="66022"/>
                  <a:pt x="94906" y="82662"/>
                  <a:pt x="94906" y="103159"/>
                </a:cubicBezTo>
                <a:cubicBezTo>
                  <a:pt x="94906" y="123655"/>
                  <a:pt x="111547" y="140296"/>
                  <a:pt x="132043" y="140296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51" name="Text 49"/>
          <p:cNvSpPr/>
          <p:nvPr/>
        </p:nvSpPr>
        <p:spPr>
          <a:xfrm>
            <a:off x="10004482" y="3732305"/>
            <a:ext cx="572188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3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967165" y="4202381"/>
            <a:ext cx="411975" cy="411975"/>
          </a:xfrm>
          <a:custGeom>
            <a:avLst/>
            <a:gdLst/>
            <a:ahLst/>
            <a:cxnLst/>
            <a:rect l="l" t="t" r="r" b="b"/>
            <a:pathLst>
              <a:path w="411975" h="411975">
                <a:moveTo>
                  <a:pt x="205988" y="0"/>
                </a:moveTo>
                <a:lnTo>
                  <a:pt x="205988" y="0"/>
                </a:lnTo>
                <a:cubicBezTo>
                  <a:pt x="319675" y="0"/>
                  <a:pt x="411975" y="92300"/>
                  <a:pt x="411975" y="205988"/>
                </a:cubicBezTo>
                <a:lnTo>
                  <a:pt x="411975" y="205988"/>
                </a:lnTo>
                <a:cubicBezTo>
                  <a:pt x="411975" y="319675"/>
                  <a:pt x="319675" y="411975"/>
                  <a:pt x="205988" y="411975"/>
                </a:cubicBezTo>
                <a:lnTo>
                  <a:pt x="205988" y="411975"/>
                </a:lnTo>
                <a:cubicBezTo>
                  <a:pt x="92300" y="411975"/>
                  <a:pt x="0" y="319675"/>
                  <a:pt x="0" y="205988"/>
                </a:cubicBezTo>
                <a:lnTo>
                  <a:pt x="0" y="205988"/>
                </a:lnTo>
                <a:cubicBezTo>
                  <a:pt x="0" y="92300"/>
                  <a:pt x="92300" y="0"/>
                  <a:pt x="205988" y="0"/>
                </a:cubicBezTo>
                <a:close/>
              </a:path>
            </a:pathLst>
          </a:custGeom>
          <a:solidFill>
            <a:srgbClr val="0070C0">
              <a:alpha val="20000"/>
            </a:srgbClr>
          </a:solidFill>
          <a:ln w="10160">
            <a:solidFill>
              <a:srgbClr val="0070C0">
                <a:alpha val="5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22096" y="4339705"/>
            <a:ext cx="105635" cy="140846"/>
          </a:xfrm>
          <a:custGeom>
            <a:avLst/>
            <a:gdLst/>
            <a:ahLst/>
            <a:cxnLst/>
            <a:rect l="l" t="t" r="r" b="b"/>
            <a:pathLst>
              <a:path w="105635" h="140846">
                <a:moveTo>
                  <a:pt x="52817" y="0"/>
                </a:moveTo>
                <a:cubicBezTo>
                  <a:pt x="38238" y="0"/>
                  <a:pt x="26409" y="11829"/>
                  <a:pt x="26409" y="26409"/>
                </a:cubicBezTo>
                <a:lnTo>
                  <a:pt x="26409" y="61620"/>
                </a:lnTo>
                <a:cubicBezTo>
                  <a:pt x="26409" y="76200"/>
                  <a:pt x="38238" y="88029"/>
                  <a:pt x="52817" y="88029"/>
                </a:cubicBezTo>
                <a:cubicBezTo>
                  <a:pt x="67397" y="88029"/>
                  <a:pt x="79226" y="76200"/>
                  <a:pt x="79226" y="61620"/>
                </a:cubicBezTo>
                <a:lnTo>
                  <a:pt x="79226" y="26409"/>
                </a:lnTo>
                <a:cubicBezTo>
                  <a:pt x="79226" y="11829"/>
                  <a:pt x="67397" y="0"/>
                  <a:pt x="52817" y="0"/>
                </a:cubicBezTo>
                <a:close/>
                <a:moveTo>
                  <a:pt x="13204" y="50617"/>
                </a:moveTo>
                <a:cubicBezTo>
                  <a:pt x="13204" y="46958"/>
                  <a:pt x="10261" y="44014"/>
                  <a:pt x="6602" y="44014"/>
                </a:cubicBezTo>
                <a:cubicBezTo>
                  <a:pt x="2943" y="44014"/>
                  <a:pt x="0" y="46958"/>
                  <a:pt x="0" y="50617"/>
                </a:cubicBezTo>
                <a:lnTo>
                  <a:pt x="0" y="61620"/>
                </a:lnTo>
                <a:cubicBezTo>
                  <a:pt x="0" y="88552"/>
                  <a:pt x="20164" y="110779"/>
                  <a:pt x="46215" y="114025"/>
                </a:cubicBezTo>
                <a:lnTo>
                  <a:pt x="46215" y="127642"/>
                </a:lnTo>
                <a:lnTo>
                  <a:pt x="33011" y="127642"/>
                </a:lnTo>
                <a:cubicBezTo>
                  <a:pt x="29352" y="127642"/>
                  <a:pt x="26409" y="130585"/>
                  <a:pt x="26409" y="134244"/>
                </a:cubicBezTo>
                <a:cubicBezTo>
                  <a:pt x="26409" y="137903"/>
                  <a:pt x="29352" y="140846"/>
                  <a:pt x="33011" y="140846"/>
                </a:cubicBezTo>
                <a:lnTo>
                  <a:pt x="72624" y="140846"/>
                </a:lnTo>
                <a:cubicBezTo>
                  <a:pt x="76283" y="140846"/>
                  <a:pt x="79226" y="137903"/>
                  <a:pt x="79226" y="134244"/>
                </a:cubicBezTo>
                <a:cubicBezTo>
                  <a:pt x="79226" y="130585"/>
                  <a:pt x="76283" y="127642"/>
                  <a:pt x="72624" y="127642"/>
                </a:cubicBezTo>
                <a:lnTo>
                  <a:pt x="59419" y="127642"/>
                </a:lnTo>
                <a:lnTo>
                  <a:pt x="59419" y="114025"/>
                </a:lnTo>
                <a:cubicBezTo>
                  <a:pt x="85471" y="110779"/>
                  <a:pt x="105635" y="88552"/>
                  <a:pt x="105635" y="61620"/>
                </a:cubicBezTo>
                <a:lnTo>
                  <a:pt x="105635" y="50617"/>
                </a:lnTo>
                <a:cubicBezTo>
                  <a:pt x="105635" y="46958"/>
                  <a:pt x="102691" y="44014"/>
                  <a:pt x="99032" y="44014"/>
                </a:cubicBezTo>
                <a:cubicBezTo>
                  <a:pt x="95374" y="44014"/>
                  <a:pt x="92430" y="46958"/>
                  <a:pt x="92430" y="50617"/>
                </a:cubicBezTo>
                <a:lnTo>
                  <a:pt x="92430" y="61620"/>
                </a:lnTo>
                <a:cubicBezTo>
                  <a:pt x="92430" y="83490"/>
                  <a:pt x="74687" y="101233"/>
                  <a:pt x="52817" y="101233"/>
                </a:cubicBezTo>
                <a:cubicBezTo>
                  <a:pt x="30948" y="101233"/>
                  <a:pt x="13204" y="83490"/>
                  <a:pt x="13204" y="61620"/>
                </a:cubicBezTo>
                <a:lnTo>
                  <a:pt x="13204" y="50617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4" name="Shape 52"/>
          <p:cNvSpPr/>
          <p:nvPr/>
        </p:nvSpPr>
        <p:spPr>
          <a:xfrm>
            <a:off x="8530550" y="4202381"/>
            <a:ext cx="411975" cy="411975"/>
          </a:xfrm>
          <a:custGeom>
            <a:avLst/>
            <a:gdLst/>
            <a:ahLst/>
            <a:cxnLst/>
            <a:rect l="l" t="t" r="r" b="b"/>
            <a:pathLst>
              <a:path w="411975" h="411975">
                <a:moveTo>
                  <a:pt x="205988" y="0"/>
                </a:moveTo>
                <a:lnTo>
                  <a:pt x="205988" y="0"/>
                </a:lnTo>
                <a:cubicBezTo>
                  <a:pt x="319675" y="0"/>
                  <a:pt x="411975" y="92300"/>
                  <a:pt x="411975" y="205988"/>
                </a:cubicBezTo>
                <a:lnTo>
                  <a:pt x="411975" y="205988"/>
                </a:lnTo>
                <a:cubicBezTo>
                  <a:pt x="411975" y="319675"/>
                  <a:pt x="319675" y="411975"/>
                  <a:pt x="205988" y="411975"/>
                </a:cubicBezTo>
                <a:lnTo>
                  <a:pt x="205988" y="411975"/>
                </a:lnTo>
                <a:cubicBezTo>
                  <a:pt x="92300" y="411975"/>
                  <a:pt x="0" y="319675"/>
                  <a:pt x="0" y="205988"/>
                </a:cubicBezTo>
                <a:lnTo>
                  <a:pt x="0" y="205988"/>
                </a:lnTo>
                <a:cubicBezTo>
                  <a:pt x="0" y="92300"/>
                  <a:pt x="92300" y="0"/>
                  <a:pt x="205988" y="0"/>
                </a:cubicBezTo>
                <a:close/>
              </a:path>
            </a:pathLst>
          </a:custGeom>
          <a:solidFill>
            <a:srgbClr val="152D40"/>
          </a:solidFill>
          <a:ln w="10160">
            <a:solidFill>
              <a:srgbClr val="0070C0">
                <a:alpha val="5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59071" y="4339705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26409" y="17606"/>
                </a:moveTo>
                <a:cubicBezTo>
                  <a:pt x="16698" y="17606"/>
                  <a:pt x="8803" y="25501"/>
                  <a:pt x="8803" y="35212"/>
                </a:cubicBezTo>
                <a:lnTo>
                  <a:pt x="8803" y="105635"/>
                </a:lnTo>
                <a:cubicBezTo>
                  <a:pt x="8803" y="115345"/>
                  <a:pt x="16698" y="123240"/>
                  <a:pt x="26409" y="123240"/>
                </a:cubicBezTo>
                <a:lnTo>
                  <a:pt x="96832" y="123240"/>
                </a:lnTo>
                <a:cubicBezTo>
                  <a:pt x="106542" y="123240"/>
                  <a:pt x="114438" y="115345"/>
                  <a:pt x="114438" y="105635"/>
                </a:cubicBezTo>
                <a:lnTo>
                  <a:pt x="114438" y="35212"/>
                </a:lnTo>
                <a:cubicBezTo>
                  <a:pt x="114438" y="25501"/>
                  <a:pt x="106542" y="17606"/>
                  <a:pt x="96832" y="17606"/>
                </a:cubicBezTo>
                <a:lnTo>
                  <a:pt x="26409" y="17606"/>
                </a:lnTo>
                <a:close/>
                <a:moveTo>
                  <a:pt x="127642" y="92430"/>
                </a:moveTo>
                <a:lnTo>
                  <a:pt x="147861" y="108606"/>
                </a:lnTo>
                <a:cubicBezTo>
                  <a:pt x="149016" y="109541"/>
                  <a:pt x="150447" y="110036"/>
                  <a:pt x="151932" y="110036"/>
                </a:cubicBezTo>
                <a:cubicBezTo>
                  <a:pt x="155536" y="110036"/>
                  <a:pt x="158452" y="107120"/>
                  <a:pt x="158452" y="103516"/>
                </a:cubicBezTo>
                <a:lnTo>
                  <a:pt x="158452" y="37330"/>
                </a:lnTo>
                <a:cubicBezTo>
                  <a:pt x="158452" y="33726"/>
                  <a:pt x="155536" y="30810"/>
                  <a:pt x="151932" y="30810"/>
                </a:cubicBezTo>
                <a:cubicBezTo>
                  <a:pt x="150447" y="30810"/>
                  <a:pt x="149016" y="31305"/>
                  <a:pt x="147861" y="32241"/>
                </a:cubicBezTo>
                <a:lnTo>
                  <a:pt x="127642" y="48416"/>
                </a:lnTo>
                <a:lnTo>
                  <a:pt x="127642" y="9243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6" name="Shape 54"/>
          <p:cNvSpPr/>
          <p:nvPr/>
        </p:nvSpPr>
        <p:spPr>
          <a:xfrm>
            <a:off x="9093934" y="4202381"/>
            <a:ext cx="411975" cy="411975"/>
          </a:xfrm>
          <a:custGeom>
            <a:avLst/>
            <a:gdLst/>
            <a:ahLst/>
            <a:cxnLst/>
            <a:rect l="l" t="t" r="r" b="b"/>
            <a:pathLst>
              <a:path w="411975" h="411975">
                <a:moveTo>
                  <a:pt x="205988" y="0"/>
                </a:moveTo>
                <a:lnTo>
                  <a:pt x="205988" y="0"/>
                </a:lnTo>
                <a:cubicBezTo>
                  <a:pt x="319675" y="0"/>
                  <a:pt x="411975" y="92300"/>
                  <a:pt x="411975" y="205988"/>
                </a:cubicBezTo>
                <a:lnTo>
                  <a:pt x="411975" y="205988"/>
                </a:lnTo>
                <a:cubicBezTo>
                  <a:pt x="411975" y="319675"/>
                  <a:pt x="319675" y="411975"/>
                  <a:pt x="205988" y="411975"/>
                </a:cubicBezTo>
                <a:lnTo>
                  <a:pt x="205988" y="411975"/>
                </a:lnTo>
                <a:cubicBezTo>
                  <a:pt x="92300" y="411975"/>
                  <a:pt x="0" y="319675"/>
                  <a:pt x="0" y="205988"/>
                </a:cubicBezTo>
                <a:lnTo>
                  <a:pt x="0" y="205988"/>
                </a:lnTo>
                <a:cubicBezTo>
                  <a:pt x="0" y="92300"/>
                  <a:pt x="92300" y="0"/>
                  <a:pt x="205988" y="0"/>
                </a:cubicBezTo>
                <a:close/>
              </a:path>
            </a:pathLst>
          </a:custGeom>
          <a:solidFill>
            <a:srgbClr val="152D40"/>
          </a:solidFill>
          <a:ln w="10160">
            <a:solidFill>
              <a:srgbClr val="0070C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31258" y="4339705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17606" y="8803"/>
                </a:moveTo>
                <a:cubicBezTo>
                  <a:pt x="7895" y="8803"/>
                  <a:pt x="0" y="16698"/>
                  <a:pt x="0" y="26409"/>
                </a:cubicBezTo>
                <a:lnTo>
                  <a:pt x="0" y="96832"/>
                </a:lnTo>
                <a:cubicBezTo>
                  <a:pt x="0" y="106542"/>
                  <a:pt x="7895" y="114438"/>
                  <a:pt x="17606" y="114438"/>
                </a:cubicBezTo>
                <a:lnTo>
                  <a:pt x="57219" y="114438"/>
                </a:lnTo>
                <a:lnTo>
                  <a:pt x="52817" y="127642"/>
                </a:lnTo>
                <a:lnTo>
                  <a:pt x="33011" y="127642"/>
                </a:lnTo>
                <a:cubicBezTo>
                  <a:pt x="29352" y="127642"/>
                  <a:pt x="26409" y="130585"/>
                  <a:pt x="26409" y="134244"/>
                </a:cubicBezTo>
                <a:cubicBezTo>
                  <a:pt x="26409" y="137903"/>
                  <a:pt x="29352" y="140846"/>
                  <a:pt x="33011" y="140846"/>
                </a:cubicBezTo>
                <a:lnTo>
                  <a:pt x="107835" y="140846"/>
                </a:lnTo>
                <a:cubicBezTo>
                  <a:pt x="111494" y="140846"/>
                  <a:pt x="114438" y="137903"/>
                  <a:pt x="114438" y="134244"/>
                </a:cubicBezTo>
                <a:cubicBezTo>
                  <a:pt x="114438" y="130585"/>
                  <a:pt x="111494" y="127642"/>
                  <a:pt x="107835" y="127642"/>
                </a:cubicBezTo>
                <a:lnTo>
                  <a:pt x="88029" y="127642"/>
                </a:lnTo>
                <a:lnTo>
                  <a:pt x="83627" y="114438"/>
                </a:lnTo>
                <a:lnTo>
                  <a:pt x="123240" y="114438"/>
                </a:lnTo>
                <a:cubicBezTo>
                  <a:pt x="132951" y="114438"/>
                  <a:pt x="140846" y="106542"/>
                  <a:pt x="140846" y="96832"/>
                </a:cubicBezTo>
                <a:lnTo>
                  <a:pt x="140846" y="26409"/>
                </a:lnTo>
                <a:cubicBezTo>
                  <a:pt x="140846" y="16698"/>
                  <a:pt x="132951" y="8803"/>
                  <a:pt x="123240" y="8803"/>
                </a:cubicBezTo>
                <a:lnTo>
                  <a:pt x="17606" y="8803"/>
                </a:lnTo>
                <a:close/>
                <a:moveTo>
                  <a:pt x="26409" y="26409"/>
                </a:moveTo>
                <a:lnTo>
                  <a:pt x="114438" y="26409"/>
                </a:lnTo>
                <a:cubicBezTo>
                  <a:pt x="119307" y="26409"/>
                  <a:pt x="123240" y="30342"/>
                  <a:pt x="123240" y="35212"/>
                </a:cubicBezTo>
                <a:lnTo>
                  <a:pt x="123240" y="79226"/>
                </a:lnTo>
                <a:cubicBezTo>
                  <a:pt x="123240" y="84095"/>
                  <a:pt x="119307" y="88029"/>
                  <a:pt x="114438" y="88029"/>
                </a:cubicBezTo>
                <a:lnTo>
                  <a:pt x="26409" y="88029"/>
                </a:lnTo>
                <a:cubicBezTo>
                  <a:pt x="21540" y="88029"/>
                  <a:pt x="17606" y="84095"/>
                  <a:pt x="17606" y="79226"/>
                </a:cubicBezTo>
                <a:lnTo>
                  <a:pt x="17606" y="35212"/>
                </a:lnTo>
                <a:cubicBezTo>
                  <a:pt x="17606" y="30342"/>
                  <a:pt x="21540" y="26409"/>
                  <a:pt x="26409" y="26409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8" name="Shape 56"/>
          <p:cNvSpPr/>
          <p:nvPr/>
        </p:nvSpPr>
        <p:spPr>
          <a:xfrm>
            <a:off x="9657319" y="4202381"/>
            <a:ext cx="411975" cy="411975"/>
          </a:xfrm>
          <a:custGeom>
            <a:avLst/>
            <a:gdLst/>
            <a:ahLst/>
            <a:cxnLst/>
            <a:rect l="l" t="t" r="r" b="b"/>
            <a:pathLst>
              <a:path w="411975" h="411975">
                <a:moveTo>
                  <a:pt x="205988" y="0"/>
                </a:moveTo>
                <a:lnTo>
                  <a:pt x="205988" y="0"/>
                </a:lnTo>
                <a:cubicBezTo>
                  <a:pt x="319675" y="0"/>
                  <a:pt x="411975" y="92300"/>
                  <a:pt x="411975" y="205988"/>
                </a:cubicBezTo>
                <a:lnTo>
                  <a:pt x="411975" y="205988"/>
                </a:lnTo>
                <a:cubicBezTo>
                  <a:pt x="411975" y="319675"/>
                  <a:pt x="319675" y="411975"/>
                  <a:pt x="205988" y="411975"/>
                </a:cubicBezTo>
                <a:lnTo>
                  <a:pt x="205988" y="411975"/>
                </a:lnTo>
                <a:cubicBezTo>
                  <a:pt x="92300" y="411975"/>
                  <a:pt x="0" y="319675"/>
                  <a:pt x="0" y="205988"/>
                </a:cubicBezTo>
                <a:lnTo>
                  <a:pt x="0" y="205988"/>
                </a:lnTo>
                <a:cubicBezTo>
                  <a:pt x="0" y="92300"/>
                  <a:pt x="92300" y="0"/>
                  <a:pt x="205988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 w="10160">
            <a:solidFill>
              <a:srgbClr val="FB2C36">
                <a:alpha val="5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85840" y="4339705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147173" y="-6850"/>
                </a:moveTo>
                <a:cubicBezTo>
                  <a:pt x="149759" y="-9436"/>
                  <a:pt x="153941" y="-9436"/>
                  <a:pt x="156499" y="-6850"/>
                </a:cubicBezTo>
                <a:cubicBezTo>
                  <a:pt x="159057" y="-4264"/>
                  <a:pt x="159085" y="-83"/>
                  <a:pt x="156499" y="2476"/>
                </a:cubicBezTo>
                <a:lnTo>
                  <a:pt x="11279" y="147751"/>
                </a:lnTo>
                <a:cubicBezTo>
                  <a:pt x="8693" y="150337"/>
                  <a:pt x="4511" y="150337"/>
                  <a:pt x="1953" y="147751"/>
                </a:cubicBezTo>
                <a:cubicBezTo>
                  <a:pt x="-605" y="145165"/>
                  <a:pt x="-633" y="140984"/>
                  <a:pt x="1953" y="138425"/>
                </a:cubicBezTo>
                <a:lnTo>
                  <a:pt x="38925" y="101398"/>
                </a:lnTo>
                <a:cubicBezTo>
                  <a:pt x="24538" y="85416"/>
                  <a:pt x="14195" y="65692"/>
                  <a:pt x="9573" y="43849"/>
                </a:cubicBezTo>
                <a:cubicBezTo>
                  <a:pt x="5144" y="22860"/>
                  <a:pt x="20329" y="5667"/>
                  <a:pt x="38100" y="798"/>
                </a:cubicBezTo>
                <a:lnTo>
                  <a:pt x="39613" y="385"/>
                </a:lnTo>
                <a:cubicBezTo>
                  <a:pt x="45032" y="-1100"/>
                  <a:pt x="50699" y="1678"/>
                  <a:pt x="52845" y="6850"/>
                </a:cubicBezTo>
                <a:lnTo>
                  <a:pt x="63986" y="33616"/>
                </a:lnTo>
                <a:cubicBezTo>
                  <a:pt x="65884" y="38155"/>
                  <a:pt x="64564" y="43409"/>
                  <a:pt x="60740" y="46545"/>
                </a:cubicBezTo>
                <a:lnTo>
                  <a:pt x="48608" y="56476"/>
                </a:lnTo>
                <a:cubicBezTo>
                  <a:pt x="52157" y="64316"/>
                  <a:pt x="56751" y="71551"/>
                  <a:pt x="62225" y="78071"/>
                </a:cubicBezTo>
                <a:lnTo>
                  <a:pt x="147173" y="-6850"/>
                </a:lnTo>
                <a:close/>
                <a:moveTo>
                  <a:pt x="105800" y="140048"/>
                </a:moveTo>
                <a:cubicBezTo>
                  <a:pt x="88469" y="136362"/>
                  <a:pt x="72431" y="129100"/>
                  <a:pt x="58567" y="119059"/>
                </a:cubicBezTo>
                <a:lnTo>
                  <a:pt x="81922" y="95731"/>
                </a:lnTo>
                <a:cubicBezTo>
                  <a:pt x="85278" y="97987"/>
                  <a:pt x="88799" y="100023"/>
                  <a:pt x="92458" y="101838"/>
                </a:cubicBezTo>
                <a:lnTo>
                  <a:pt x="103076" y="88854"/>
                </a:lnTo>
                <a:cubicBezTo>
                  <a:pt x="106185" y="85030"/>
                  <a:pt x="111439" y="83737"/>
                  <a:pt x="116006" y="85608"/>
                </a:cubicBezTo>
                <a:lnTo>
                  <a:pt x="142772" y="96777"/>
                </a:lnTo>
                <a:cubicBezTo>
                  <a:pt x="147944" y="98922"/>
                  <a:pt x="150722" y="104589"/>
                  <a:pt x="149236" y="110009"/>
                </a:cubicBezTo>
                <a:lnTo>
                  <a:pt x="148824" y="111522"/>
                </a:lnTo>
                <a:cubicBezTo>
                  <a:pt x="143982" y="129292"/>
                  <a:pt x="126762" y="144477"/>
                  <a:pt x="105800" y="14004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0" name="Shape 58"/>
          <p:cNvSpPr/>
          <p:nvPr/>
        </p:nvSpPr>
        <p:spPr>
          <a:xfrm>
            <a:off x="6387706" y="4913651"/>
            <a:ext cx="5262366" cy="1890860"/>
          </a:xfrm>
          <a:custGeom>
            <a:avLst/>
            <a:gdLst/>
            <a:ahLst/>
            <a:cxnLst/>
            <a:rect l="l" t="t" r="r" b="b"/>
            <a:pathLst>
              <a:path w="5262366" h="1890860">
                <a:moveTo>
                  <a:pt x="70416" y="0"/>
                </a:moveTo>
                <a:lnTo>
                  <a:pt x="5191951" y="0"/>
                </a:lnTo>
                <a:cubicBezTo>
                  <a:pt x="5230840" y="0"/>
                  <a:pt x="5262366" y="31526"/>
                  <a:pt x="5262366" y="70416"/>
                </a:cubicBezTo>
                <a:lnTo>
                  <a:pt x="5262366" y="1820445"/>
                </a:lnTo>
                <a:cubicBezTo>
                  <a:pt x="5262366" y="1859334"/>
                  <a:pt x="5230840" y="1890860"/>
                  <a:pt x="5191951" y="1890860"/>
                </a:cubicBezTo>
                <a:lnTo>
                  <a:pt x="70416" y="1890860"/>
                </a:lnTo>
                <a:cubicBezTo>
                  <a:pt x="31526" y="1890860"/>
                  <a:pt x="0" y="1859334"/>
                  <a:pt x="0" y="1820445"/>
                </a:cubicBezTo>
                <a:lnTo>
                  <a:pt x="0" y="70416"/>
                </a:lnTo>
                <a:cubicBezTo>
                  <a:pt x="0" y="31552"/>
                  <a:pt x="31552" y="0"/>
                  <a:pt x="70416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40876" y="5110839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105635" y="39613"/>
                </a:moveTo>
                <a:cubicBezTo>
                  <a:pt x="105635" y="66352"/>
                  <a:pt x="81977" y="88029"/>
                  <a:pt x="52817" y="88029"/>
                </a:cubicBezTo>
                <a:cubicBezTo>
                  <a:pt x="45472" y="88029"/>
                  <a:pt x="38485" y="86653"/>
                  <a:pt x="32131" y="84178"/>
                </a:cubicBezTo>
                <a:lnTo>
                  <a:pt x="9683" y="96062"/>
                </a:lnTo>
                <a:cubicBezTo>
                  <a:pt x="7125" y="97409"/>
                  <a:pt x="3989" y="96942"/>
                  <a:pt x="1926" y="94906"/>
                </a:cubicBezTo>
                <a:cubicBezTo>
                  <a:pt x="-138" y="92870"/>
                  <a:pt x="-605" y="89707"/>
                  <a:pt x="770" y="87149"/>
                </a:cubicBezTo>
                <a:lnTo>
                  <a:pt x="10563" y="68663"/>
                </a:lnTo>
                <a:cubicBezTo>
                  <a:pt x="3934" y="60575"/>
                  <a:pt x="0" y="50507"/>
                  <a:pt x="0" y="39613"/>
                </a:cubicBezTo>
                <a:cubicBezTo>
                  <a:pt x="0" y="12874"/>
                  <a:pt x="23658" y="-8803"/>
                  <a:pt x="52817" y="-8803"/>
                </a:cubicBezTo>
                <a:cubicBezTo>
                  <a:pt x="81977" y="-8803"/>
                  <a:pt x="105635" y="12874"/>
                  <a:pt x="105635" y="39613"/>
                </a:cubicBezTo>
                <a:close/>
                <a:moveTo>
                  <a:pt x="105635" y="140846"/>
                </a:moveTo>
                <a:cubicBezTo>
                  <a:pt x="79749" y="140846"/>
                  <a:pt x="58209" y="123763"/>
                  <a:pt x="53698" y="101233"/>
                </a:cubicBezTo>
                <a:cubicBezTo>
                  <a:pt x="86708" y="100821"/>
                  <a:pt x="115400" y="77328"/>
                  <a:pt x="118564" y="45472"/>
                </a:cubicBezTo>
                <a:cubicBezTo>
                  <a:pt x="141479" y="50754"/>
                  <a:pt x="158452" y="69763"/>
                  <a:pt x="158452" y="92430"/>
                </a:cubicBezTo>
                <a:cubicBezTo>
                  <a:pt x="158452" y="103324"/>
                  <a:pt x="154518" y="113392"/>
                  <a:pt x="147889" y="121480"/>
                </a:cubicBezTo>
                <a:lnTo>
                  <a:pt x="157682" y="139966"/>
                </a:lnTo>
                <a:cubicBezTo>
                  <a:pt x="159030" y="142524"/>
                  <a:pt x="158562" y="145660"/>
                  <a:pt x="156526" y="147723"/>
                </a:cubicBezTo>
                <a:cubicBezTo>
                  <a:pt x="154491" y="149787"/>
                  <a:pt x="151327" y="150254"/>
                  <a:pt x="148769" y="148879"/>
                </a:cubicBezTo>
                <a:lnTo>
                  <a:pt x="126321" y="136995"/>
                </a:lnTo>
                <a:cubicBezTo>
                  <a:pt x="119967" y="139471"/>
                  <a:pt x="112980" y="140846"/>
                  <a:pt x="105635" y="140846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62" name="Text 60"/>
          <p:cNvSpPr/>
          <p:nvPr/>
        </p:nvSpPr>
        <p:spPr>
          <a:xfrm>
            <a:off x="6813766" y="5058022"/>
            <a:ext cx="1584520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Chat Panel 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532073" y="5410137"/>
            <a:ext cx="4973632" cy="352116"/>
          </a:xfrm>
          <a:custGeom>
            <a:avLst/>
            <a:gdLst/>
            <a:ahLst/>
            <a:cxnLst/>
            <a:rect l="l" t="t" r="r" b="b"/>
            <a:pathLst>
              <a:path w="4973632" h="352116">
                <a:moveTo>
                  <a:pt x="35212" y="0"/>
                </a:moveTo>
                <a:lnTo>
                  <a:pt x="4938420" y="0"/>
                </a:lnTo>
                <a:cubicBezTo>
                  <a:pt x="4957867" y="0"/>
                  <a:pt x="4973632" y="15765"/>
                  <a:pt x="4973632" y="35212"/>
                </a:cubicBezTo>
                <a:lnTo>
                  <a:pt x="4973632" y="316904"/>
                </a:lnTo>
                <a:cubicBezTo>
                  <a:pt x="4973632" y="336351"/>
                  <a:pt x="4957867" y="352116"/>
                  <a:pt x="4938420" y="352116"/>
                </a:cubicBezTo>
                <a:lnTo>
                  <a:pt x="35212" y="352116"/>
                </a:lnTo>
                <a:cubicBezTo>
                  <a:pt x="15765" y="352116"/>
                  <a:pt x="0" y="336351"/>
                  <a:pt x="0" y="316904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602496" y="5522812"/>
            <a:ext cx="518820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Teacher: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094249" y="5522812"/>
            <a:ext cx="1149877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Welcome everyone!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532073" y="5832675"/>
            <a:ext cx="4973632" cy="352116"/>
          </a:xfrm>
          <a:custGeom>
            <a:avLst/>
            <a:gdLst/>
            <a:ahLst/>
            <a:cxnLst/>
            <a:rect l="l" t="t" r="r" b="b"/>
            <a:pathLst>
              <a:path w="4973632" h="352116">
                <a:moveTo>
                  <a:pt x="35212" y="0"/>
                </a:moveTo>
                <a:lnTo>
                  <a:pt x="4938420" y="0"/>
                </a:lnTo>
                <a:cubicBezTo>
                  <a:pt x="4957867" y="0"/>
                  <a:pt x="4973632" y="15765"/>
                  <a:pt x="4973632" y="35212"/>
                </a:cubicBezTo>
                <a:lnTo>
                  <a:pt x="4973632" y="316904"/>
                </a:lnTo>
                <a:cubicBezTo>
                  <a:pt x="4973632" y="336351"/>
                  <a:pt x="4957867" y="352116"/>
                  <a:pt x="4938420" y="352116"/>
                </a:cubicBezTo>
                <a:lnTo>
                  <a:pt x="35212" y="352116"/>
                </a:lnTo>
                <a:cubicBezTo>
                  <a:pt x="15765" y="352116"/>
                  <a:pt x="0" y="336351"/>
                  <a:pt x="0" y="316904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7" name="Text 65"/>
          <p:cNvSpPr/>
          <p:nvPr/>
        </p:nvSpPr>
        <p:spPr>
          <a:xfrm>
            <a:off x="6602497" y="5945351"/>
            <a:ext cx="574609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1: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150036" y="5945351"/>
            <a:ext cx="997649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7D8A93"/>
                </a:solidFill>
                <a:latin typeface="Quattrocento Sans" pitchFamily="34" charset="0"/>
              </a:rPr>
              <a:t>Raised Hand </a:t>
            </a:r>
            <a:r>
              <a:rPr lang="en-IN" sz="970" dirty="0">
                <a:solidFill>
                  <a:srgbClr val="7D8A93"/>
                </a:solidFill>
                <a:latin typeface="Quattrocento Sans" pitchFamily="34" charset="0"/>
              </a:rPr>
              <a:t>🤚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535595" y="6293947"/>
            <a:ext cx="4426092" cy="359158"/>
          </a:xfrm>
          <a:custGeom>
            <a:avLst/>
            <a:gdLst/>
            <a:ahLst/>
            <a:cxnLst/>
            <a:rect l="l" t="t" r="r" b="b"/>
            <a:pathLst>
              <a:path w="4426092" h="359158">
                <a:moveTo>
                  <a:pt x="35212" y="0"/>
                </a:moveTo>
                <a:lnTo>
                  <a:pt x="4390880" y="0"/>
                </a:lnTo>
                <a:cubicBezTo>
                  <a:pt x="4410327" y="0"/>
                  <a:pt x="4426092" y="15765"/>
                  <a:pt x="4426092" y="35212"/>
                </a:cubicBezTo>
                <a:lnTo>
                  <a:pt x="4426092" y="323946"/>
                </a:lnTo>
                <a:cubicBezTo>
                  <a:pt x="4426092" y="343393"/>
                  <a:pt x="4410327" y="359158"/>
                  <a:pt x="4390880" y="359158"/>
                </a:cubicBezTo>
                <a:lnTo>
                  <a:pt x="35212" y="359158"/>
                </a:lnTo>
                <a:cubicBezTo>
                  <a:pt x="15778" y="359158"/>
                  <a:pt x="0" y="343380"/>
                  <a:pt x="0" y="323946"/>
                </a:cubicBezTo>
                <a:lnTo>
                  <a:pt x="0" y="35212"/>
                </a:lnTo>
                <a:cubicBezTo>
                  <a:pt x="0" y="15765"/>
                  <a:pt x="15765" y="0"/>
                  <a:pt x="35212" y="0"/>
                </a:cubicBezTo>
                <a:close/>
              </a:path>
            </a:pathLst>
          </a:custGeom>
          <a:solidFill>
            <a:srgbClr val="2C3238"/>
          </a:solidFill>
          <a:ln w="10160">
            <a:solidFill>
              <a:srgbClr val="4A5C6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039592" y="6293947"/>
            <a:ext cx="464792" cy="359158"/>
          </a:xfrm>
          <a:custGeom>
            <a:avLst/>
            <a:gdLst/>
            <a:ahLst/>
            <a:cxnLst/>
            <a:rect l="l" t="t" r="r" b="b"/>
            <a:pathLst>
              <a:path w="464792" h="359158">
                <a:moveTo>
                  <a:pt x="35212" y="0"/>
                </a:moveTo>
                <a:lnTo>
                  <a:pt x="429581" y="0"/>
                </a:lnTo>
                <a:cubicBezTo>
                  <a:pt x="449015" y="0"/>
                  <a:pt x="464792" y="15778"/>
                  <a:pt x="464792" y="35212"/>
                </a:cubicBezTo>
                <a:lnTo>
                  <a:pt x="464792" y="323946"/>
                </a:lnTo>
                <a:cubicBezTo>
                  <a:pt x="464792" y="343380"/>
                  <a:pt x="449015" y="359158"/>
                  <a:pt x="429581" y="359158"/>
                </a:cubicBezTo>
                <a:lnTo>
                  <a:pt x="35212" y="359158"/>
                </a:lnTo>
                <a:cubicBezTo>
                  <a:pt x="15778" y="359158"/>
                  <a:pt x="0" y="343380"/>
                  <a:pt x="0" y="323946"/>
                </a:cubicBezTo>
                <a:lnTo>
                  <a:pt x="0" y="35212"/>
                </a:lnTo>
                <a:cubicBezTo>
                  <a:pt x="0" y="15765"/>
                  <a:pt x="15765" y="0"/>
                  <a:pt x="35212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 w="10160">
            <a:solidFill>
              <a:srgbClr val="E0B45C">
                <a:alpha val="5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192763" y="6396060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147558" y="-7235"/>
                </a:moveTo>
                <a:cubicBezTo>
                  <a:pt x="150254" y="-8198"/>
                  <a:pt x="153225" y="-7510"/>
                  <a:pt x="155261" y="-5502"/>
                </a:cubicBezTo>
                <a:cubicBezTo>
                  <a:pt x="157297" y="-3494"/>
                  <a:pt x="157957" y="-495"/>
                  <a:pt x="156994" y="2201"/>
                </a:cubicBezTo>
                <a:lnTo>
                  <a:pt x="108028" y="138893"/>
                </a:lnTo>
                <a:cubicBezTo>
                  <a:pt x="106652" y="142717"/>
                  <a:pt x="103049" y="145248"/>
                  <a:pt x="99005" y="145248"/>
                </a:cubicBezTo>
                <a:cubicBezTo>
                  <a:pt x="95099" y="145248"/>
                  <a:pt x="91578" y="142882"/>
                  <a:pt x="90120" y="139278"/>
                </a:cubicBezTo>
                <a:lnTo>
                  <a:pt x="72459" y="95814"/>
                </a:lnTo>
                <a:cubicBezTo>
                  <a:pt x="71221" y="92788"/>
                  <a:pt x="71771" y="89322"/>
                  <a:pt x="73889" y="86846"/>
                </a:cubicBezTo>
                <a:lnTo>
                  <a:pt x="99885" y="55926"/>
                </a:lnTo>
                <a:cubicBezTo>
                  <a:pt x="101288" y="54248"/>
                  <a:pt x="101178" y="51799"/>
                  <a:pt x="99638" y="50259"/>
                </a:cubicBezTo>
                <a:cubicBezTo>
                  <a:pt x="98097" y="48718"/>
                  <a:pt x="95621" y="48608"/>
                  <a:pt x="93971" y="50011"/>
                </a:cubicBezTo>
                <a:lnTo>
                  <a:pt x="63051" y="75952"/>
                </a:lnTo>
                <a:cubicBezTo>
                  <a:pt x="60547" y="78043"/>
                  <a:pt x="57109" y="78593"/>
                  <a:pt x="54083" y="77383"/>
                </a:cubicBezTo>
                <a:lnTo>
                  <a:pt x="10481" y="59640"/>
                </a:lnTo>
                <a:cubicBezTo>
                  <a:pt x="6877" y="58182"/>
                  <a:pt x="4511" y="54660"/>
                  <a:pt x="4511" y="50754"/>
                </a:cubicBezTo>
                <a:cubicBezTo>
                  <a:pt x="4511" y="46710"/>
                  <a:pt x="7042" y="43107"/>
                  <a:pt x="10866" y="41731"/>
                </a:cubicBezTo>
                <a:lnTo>
                  <a:pt x="147558" y="-7235"/>
                </a:lnTo>
                <a:close/>
              </a:path>
            </a:pathLst>
          </a:custGeom>
          <a:solidFill>
            <a:srgbClr val="E0B45C"/>
          </a:solidFill>
          <a:ln/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711" y="526368"/>
            <a:ext cx="71142" cy="426853"/>
          </a:xfrm>
          <a:custGeom>
            <a:avLst/>
            <a:gdLst/>
            <a:ahLst/>
            <a:cxnLst/>
            <a:rect l="l" t="t" r="r" b="b"/>
            <a:pathLst>
              <a:path w="71142" h="426853">
                <a:moveTo>
                  <a:pt x="0" y="0"/>
                </a:moveTo>
                <a:lnTo>
                  <a:pt x="71142" y="0"/>
                </a:lnTo>
                <a:lnTo>
                  <a:pt x="71142" y="426853"/>
                </a:lnTo>
                <a:lnTo>
                  <a:pt x="0" y="426853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" name="Text 1"/>
          <p:cNvSpPr/>
          <p:nvPr/>
        </p:nvSpPr>
        <p:spPr>
          <a:xfrm>
            <a:off x="533567" y="526368"/>
            <a:ext cx="4295212" cy="426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Reporting &amp; Analytics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567" y="1059934"/>
            <a:ext cx="11391650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Attendance Tracking &amp; Meeting Duration Analytics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269" y="1490345"/>
            <a:ext cx="5627351" cy="5538423"/>
          </a:xfrm>
          <a:custGeom>
            <a:avLst/>
            <a:gdLst/>
            <a:ahLst/>
            <a:cxnLst/>
            <a:rect l="l" t="t" r="r" b="b"/>
            <a:pathLst>
              <a:path w="5627351" h="5538423">
                <a:moveTo>
                  <a:pt x="106725" y="0"/>
                </a:moveTo>
                <a:lnTo>
                  <a:pt x="5520625" y="0"/>
                </a:lnTo>
                <a:cubicBezTo>
                  <a:pt x="5579528" y="0"/>
                  <a:pt x="5627351" y="47822"/>
                  <a:pt x="5627351" y="106725"/>
                </a:cubicBezTo>
                <a:lnTo>
                  <a:pt x="5627351" y="5431697"/>
                </a:lnTo>
                <a:cubicBezTo>
                  <a:pt x="5627351" y="5490601"/>
                  <a:pt x="5579528" y="5538423"/>
                  <a:pt x="5520625" y="5538423"/>
                </a:cubicBezTo>
                <a:lnTo>
                  <a:pt x="106725" y="5538423"/>
                </a:lnTo>
                <a:cubicBezTo>
                  <a:pt x="47822" y="5538423"/>
                  <a:pt x="0" y="5490601"/>
                  <a:pt x="0" y="5431697"/>
                </a:cubicBezTo>
                <a:lnTo>
                  <a:pt x="0" y="106725"/>
                </a:lnTo>
                <a:cubicBezTo>
                  <a:pt x="0" y="47822"/>
                  <a:pt x="47822" y="0"/>
                  <a:pt x="10672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252" y="1707326"/>
            <a:ext cx="497996" cy="497996"/>
          </a:xfrm>
          <a:custGeom>
            <a:avLst/>
            <a:gdLst/>
            <a:ahLst/>
            <a:cxnLst/>
            <a:rect l="l" t="t" r="r" b="b"/>
            <a:pathLst>
              <a:path w="497996" h="497996">
                <a:moveTo>
                  <a:pt x="106715" y="0"/>
                </a:moveTo>
                <a:lnTo>
                  <a:pt x="391280" y="0"/>
                </a:lnTo>
                <a:cubicBezTo>
                  <a:pt x="450217" y="0"/>
                  <a:pt x="497996" y="47778"/>
                  <a:pt x="497996" y="106715"/>
                </a:cubicBezTo>
                <a:lnTo>
                  <a:pt x="497996" y="391280"/>
                </a:lnTo>
                <a:cubicBezTo>
                  <a:pt x="497996" y="450217"/>
                  <a:pt x="450217" y="497996"/>
                  <a:pt x="391280" y="497996"/>
                </a:cubicBezTo>
                <a:lnTo>
                  <a:pt x="106715" y="497996"/>
                </a:lnTo>
                <a:cubicBezTo>
                  <a:pt x="47778" y="497996"/>
                  <a:pt x="0" y="450217"/>
                  <a:pt x="0" y="391280"/>
                </a:cubicBezTo>
                <a:lnTo>
                  <a:pt x="0" y="106715"/>
                </a:lnTo>
                <a:cubicBezTo>
                  <a:pt x="0" y="47818"/>
                  <a:pt x="47818" y="0"/>
                  <a:pt x="10671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5198" y="1849612"/>
            <a:ext cx="240105" cy="213427"/>
          </a:xfrm>
          <a:custGeom>
            <a:avLst/>
            <a:gdLst/>
            <a:ahLst/>
            <a:cxnLst/>
            <a:rect l="l" t="t" r="r" b="b"/>
            <a:pathLst>
              <a:path w="240105" h="213427">
                <a:moveTo>
                  <a:pt x="40018" y="0"/>
                </a:moveTo>
                <a:cubicBezTo>
                  <a:pt x="25303" y="0"/>
                  <a:pt x="13339" y="11964"/>
                  <a:pt x="13339" y="26678"/>
                </a:cubicBezTo>
                <a:lnTo>
                  <a:pt x="13339" y="186748"/>
                </a:lnTo>
                <a:cubicBezTo>
                  <a:pt x="13339" y="201463"/>
                  <a:pt x="25303" y="213427"/>
                  <a:pt x="40018" y="213427"/>
                </a:cubicBezTo>
                <a:lnTo>
                  <a:pt x="73365" y="213427"/>
                </a:lnTo>
                <a:lnTo>
                  <a:pt x="73365" y="166740"/>
                </a:lnTo>
                <a:cubicBezTo>
                  <a:pt x="73365" y="152025"/>
                  <a:pt x="85329" y="140061"/>
                  <a:pt x="100044" y="140061"/>
                </a:cubicBezTo>
                <a:lnTo>
                  <a:pt x="173409" y="140061"/>
                </a:lnTo>
                <a:lnTo>
                  <a:pt x="173409" y="71073"/>
                </a:lnTo>
                <a:cubicBezTo>
                  <a:pt x="173409" y="63986"/>
                  <a:pt x="170616" y="57192"/>
                  <a:pt x="165614" y="52189"/>
                </a:cubicBezTo>
                <a:lnTo>
                  <a:pt x="121178" y="7795"/>
                </a:lnTo>
                <a:cubicBezTo>
                  <a:pt x="116176" y="2793"/>
                  <a:pt x="109423" y="0"/>
                  <a:pt x="102336" y="0"/>
                </a:cubicBezTo>
                <a:lnTo>
                  <a:pt x="40018" y="0"/>
                </a:lnTo>
                <a:close/>
                <a:moveTo>
                  <a:pt x="149024" y="73365"/>
                </a:moveTo>
                <a:lnTo>
                  <a:pt x="110048" y="73365"/>
                </a:lnTo>
                <a:cubicBezTo>
                  <a:pt x="104504" y="73365"/>
                  <a:pt x="100044" y="68905"/>
                  <a:pt x="100044" y="63361"/>
                </a:cubicBezTo>
                <a:lnTo>
                  <a:pt x="100044" y="24386"/>
                </a:lnTo>
                <a:lnTo>
                  <a:pt x="149024" y="73365"/>
                </a:lnTo>
                <a:close/>
                <a:moveTo>
                  <a:pt x="100044" y="158403"/>
                </a:moveTo>
                <a:cubicBezTo>
                  <a:pt x="95458" y="158403"/>
                  <a:pt x="91707" y="162154"/>
                  <a:pt x="91707" y="166740"/>
                </a:cubicBezTo>
                <a:lnTo>
                  <a:pt x="91707" y="220096"/>
                </a:lnTo>
                <a:cubicBezTo>
                  <a:pt x="91707" y="224682"/>
                  <a:pt x="95458" y="228433"/>
                  <a:pt x="100044" y="228433"/>
                </a:cubicBezTo>
                <a:cubicBezTo>
                  <a:pt x="104629" y="228433"/>
                  <a:pt x="108381" y="224682"/>
                  <a:pt x="108381" y="220096"/>
                </a:cubicBezTo>
                <a:lnTo>
                  <a:pt x="108381" y="208425"/>
                </a:lnTo>
                <a:lnTo>
                  <a:pt x="113383" y="208425"/>
                </a:lnTo>
                <a:cubicBezTo>
                  <a:pt x="127181" y="208425"/>
                  <a:pt x="138394" y="197211"/>
                  <a:pt x="138394" y="183414"/>
                </a:cubicBezTo>
                <a:cubicBezTo>
                  <a:pt x="138394" y="169616"/>
                  <a:pt x="127181" y="158403"/>
                  <a:pt x="113383" y="158403"/>
                </a:cubicBezTo>
                <a:lnTo>
                  <a:pt x="100044" y="158403"/>
                </a:lnTo>
                <a:close/>
                <a:moveTo>
                  <a:pt x="113383" y="191751"/>
                </a:moveTo>
                <a:lnTo>
                  <a:pt x="108381" y="191751"/>
                </a:lnTo>
                <a:lnTo>
                  <a:pt x="108381" y="175077"/>
                </a:lnTo>
                <a:lnTo>
                  <a:pt x="113383" y="175077"/>
                </a:lnTo>
                <a:cubicBezTo>
                  <a:pt x="117968" y="175077"/>
                  <a:pt x="121720" y="178828"/>
                  <a:pt x="121720" y="183414"/>
                </a:cubicBezTo>
                <a:cubicBezTo>
                  <a:pt x="121720" y="187999"/>
                  <a:pt x="117968" y="191751"/>
                  <a:pt x="113383" y="191751"/>
                </a:cubicBezTo>
                <a:close/>
                <a:moveTo>
                  <a:pt x="153400" y="158403"/>
                </a:moveTo>
                <a:cubicBezTo>
                  <a:pt x="148815" y="158403"/>
                  <a:pt x="145063" y="162154"/>
                  <a:pt x="145063" y="166740"/>
                </a:cubicBezTo>
                <a:lnTo>
                  <a:pt x="145063" y="220096"/>
                </a:lnTo>
                <a:cubicBezTo>
                  <a:pt x="145063" y="224682"/>
                  <a:pt x="148815" y="228433"/>
                  <a:pt x="153400" y="228433"/>
                </a:cubicBezTo>
                <a:lnTo>
                  <a:pt x="166740" y="228433"/>
                </a:lnTo>
                <a:cubicBezTo>
                  <a:pt x="178703" y="228433"/>
                  <a:pt x="188416" y="218721"/>
                  <a:pt x="188416" y="206757"/>
                </a:cubicBezTo>
                <a:lnTo>
                  <a:pt x="188416" y="180079"/>
                </a:lnTo>
                <a:cubicBezTo>
                  <a:pt x="188416" y="168115"/>
                  <a:pt x="178703" y="158403"/>
                  <a:pt x="166740" y="158403"/>
                </a:cubicBezTo>
                <a:lnTo>
                  <a:pt x="153400" y="158403"/>
                </a:lnTo>
                <a:close/>
                <a:moveTo>
                  <a:pt x="161737" y="211759"/>
                </a:moveTo>
                <a:lnTo>
                  <a:pt x="161737" y="175077"/>
                </a:lnTo>
                <a:lnTo>
                  <a:pt x="166740" y="175077"/>
                </a:lnTo>
                <a:cubicBezTo>
                  <a:pt x="169491" y="175077"/>
                  <a:pt x="171742" y="177328"/>
                  <a:pt x="171742" y="180079"/>
                </a:cubicBezTo>
                <a:lnTo>
                  <a:pt x="171742" y="206757"/>
                </a:lnTo>
                <a:cubicBezTo>
                  <a:pt x="171742" y="209508"/>
                  <a:pt x="169491" y="211759"/>
                  <a:pt x="166740" y="211759"/>
                </a:cubicBezTo>
                <a:lnTo>
                  <a:pt x="161737" y="211759"/>
                </a:lnTo>
                <a:close/>
                <a:moveTo>
                  <a:pt x="198420" y="166740"/>
                </a:moveTo>
                <a:lnTo>
                  <a:pt x="198420" y="220096"/>
                </a:lnTo>
                <a:cubicBezTo>
                  <a:pt x="198420" y="224682"/>
                  <a:pt x="202172" y="228433"/>
                  <a:pt x="206757" y="228433"/>
                </a:cubicBezTo>
                <a:cubicBezTo>
                  <a:pt x="211342" y="228433"/>
                  <a:pt x="215094" y="224682"/>
                  <a:pt x="215094" y="220096"/>
                </a:cubicBezTo>
                <a:lnTo>
                  <a:pt x="215094" y="201755"/>
                </a:lnTo>
                <a:lnTo>
                  <a:pt x="226766" y="201755"/>
                </a:lnTo>
                <a:cubicBezTo>
                  <a:pt x="231351" y="201755"/>
                  <a:pt x="235103" y="198003"/>
                  <a:pt x="235103" y="193418"/>
                </a:cubicBezTo>
                <a:cubicBezTo>
                  <a:pt x="235103" y="188833"/>
                  <a:pt x="231351" y="185081"/>
                  <a:pt x="226766" y="185081"/>
                </a:cubicBezTo>
                <a:lnTo>
                  <a:pt x="215094" y="185081"/>
                </a:lnTo>
                <a:lnTo>
                  <a:pt x="215094" y="175077"/>
                </a:lnTo>
                <a:lnTo>
                  <a:pt x="226766" y="175077"/>
                </a:lnTo>
                <a:cubicBezTo>
                  <a:pt x="231351" y="175077"/>
                  <a:pt x="235103" y="171325"/>
                  <a:pt x="235103" y="166740"/>
                </a:cubicBezTo>
                <a:cubicBezTo>
                  <a:pt x="235103" y="162154"/>
                  <a:pt x="231351" y="158403"/>
                  <a:pt x="226766" y="158403"/>
                </a:cubicBezTo>
                <a:lnTo>
                  <a:pt x="206757" y="158403"/>
                </a:lnTo>
                <a:cubicBezTo>
                  <a:pt x="202172" y="158403"/>
                  <a:pt x="198420" y="162154"/>
                  <a:pt x="198420" y="16674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8" name="Text 6"/>
          <p:cNvSpPr/>
          <p:nvPr/>
        </p:nvSpPr>
        <p:spPr>
          <a:xfrm>
            <a:off x="1180961" y="1707327"/>
            <a:ext cx="1983090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Reports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0962" y="1991792"/>
            <a:ext cx="1947519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 Generation &amp; Export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039" y="2383179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4039" y="2383179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6340" y="2569926"/>
            <a:ext cx="160070" cy="160070"/>
          </a:xfrm>
          <a:custGeom>
            <a:avLst/>
            <a:gdLst/>
            <a:ahLst/>
            <a:cxnLst/>
            <a:rect l="l" t="t" r="r" b="b"/>
            <a:pathLst>
              <a:path w="160070" h="160070">
                <a:moveTo>
                  <a:pt x="12505" y="15007"/>
                </a:moveTo>
                <a:cubicBezTo>
                  <a:pt x="8347" y="15007"/>
                  <a:pt x="5002" y="18352"/>
                  <a:pt x="5002" y="22510"/>
                </a:cubicBezTo>
                <a:lnTo>
                  <a:pt x="5002" y="37516"/>
                </a:lnTo>
                <a:cubicBezTo>
                  <a:pt x="5002" y="41674"/>
                  <a:pt x="8347" y="45020"/>
                  <a:pt x="12505" y="45020"/>
                </a:cubicBezTo>
                <a:lnTo>
                  <a:pt x="27512" y="45020"/>
                </a:lnTo>
                <a:cubicBezTo>
                  <a:pt x="31670" y="45020"/>
                  <a:pt x="35015" y="41674"/>
                  <a:pt x="35015" y="37516"/>
                </a:cubicBezTo>
                <a:lnTo>
                  <a:pt x="35015" y="22510"/>
                </a:lnTo>
                <a:cubicBezTo>
                  <a:pt x="35015" y="18352"/>
                  <a:pt x="31670" y="15007"/>
                  <a:pt x="27512" y="15007"/>
                </a:cubicBezTo>
                <a:lnTo>
                  <a:pt x="12505" y="15007"/>
                </a:lnTo>
                <a:close/>
                <a:moveTo>
                  <a:pt x="60026" y="20009"/>
                </a:moveTo>
                <a:cubicBezTo>
                  <a:pt x="54493" y="20009"/>
                  <a:pt x="50022" y="24479"/>
                  <a:pt x="50022" y="30013"/>
                </a:cubicBezTo>
                <a:cubicBezTo>
                  <a:pt x="50022" y="35547"/>
                  <a:pt x="54493" y="40018"/>
                  <a:pt x="60026" y="40018"/>
                </a:cubicBezTo>
                <a:lnTo>
                  <a:pt x="150066" y="40018"/>
                </a:lnTo>
                <a:cubicBezTo>
                  <a:pt x="155599" y="40018"/>
                  <a:pt x="160070" y="35547"/>
                  <a:pt x="160070" y="30013"/>
                </a:cubicBezTo>
                <a:cubicBezTo>
                  <a:pt x="160070" y="24479"/>
                  <a:pt x="155599" y="20009"/>
                  <a:pt x="150066" y="20009"/>
                </a:cubicBezTo>
                <a:lnTo>
                  <a:pt x="60026" y="20009"/>
                </a:lnTo>
                <a:close/>
                <a:moveTo>
                  <a:pt x="60026" y="70031"/>
                </a:moveTo>
                <a:cubicBezTo>
                  <a:pt x="54493" y="70031"/>
                  <a:pt x="50022" y="74501"/>
                  <a:pt x="50022" y="80035"/>
                </a:cubicBezTo>
                <a:cubicBezTo>
                  <a:pt x="50022" y="85569"/>
                  <a:pt x="54493" y="90039"/>
                  <a:pt x="60026" y="90039"/>
                </a:cubicBezTo>
                <a:lnTo>
                  <a:pt x="150066" y="90039"/>
                </a:lnTo>
                <a:cubicBezTo>
                  <a:pt x="155599" y="90039"/>
                  <a:pt x="160070" y="85569"/>
                  <a:pt x="160070" y="80035"/>
                </a:cubicBezTo>
                <a:cubicBezTo>
                  <a:pt x="160070" y="74501"/>
                  <a:pt x="155599" y="70031"/>
                  <a:pt x="150066" y="70031"/>
                </a:cubicBezTo>
                <a:lnTo>
                  <a:pt x="60026" y="70031"/>
                </a:lnTo>
                <a:close/>
                <a:moveTo>
                  <a:pt x="60026" y="120053"/>
                </a:moveTo>
                <a:cubicBezTo>
                  <a:pt x="54493" y="120053"/>
                  <a:pt x="50022" y="124523"/>
                  <a:pt x="50022" y="130057"/>
                </a:cubicBezTo>
                <a:cubicBezTo>
                  <a:pt x="50022" y="135591"/>
                  <a:pt x="54493" y="140061"/>
                  <a:pt x="60026" y="140061"/>
                </a:cubicBezTo>
                <a:lnTo>
                  <a:pt x="150066" y="140061"/>
                </a:lnTo>
                <a:cubicBezTo>
                  <a:pt x="155599" y="140061"/>
                  <a:pt x="160070" y="135591"/>
                  <a:pt x="160070" y="130057"/>
                </a:cubicBezTo>
                <a:cubicBezTo>
                  <a:pt x="160070" y="124523"/>
                  <a:pt x="155599" y="120053"/>
                  <a:pt x="150066" y="120053"/>
                </a:cubicBezTo>
                <a:lnTo>
                  <a:pt x="60026" y="120053"/>
                </a:lnTo>
                <a:close/>
                <a:moveTo>
                  <a:pt x="5002" y="72532"/>
                </a:moveTo>
                <a:lnTo>
                  <a:pt x="5002" y="87538"/>
                </a:lnTo>
                <a:cubicBezTo>
                  <a:pt x="5002" y="91696"/>
                  <a:pt x="8347" y="95042"/>
                  <a:pt x="12505" y="95042"/>
                </a:cubicBezTo>
                <a:lnTo>
                  <a:pt x="27512" y="95042"/>
                </a:lnTo>
                <a:cubicBezTo>
                  <a:pt x="31670" y="95042"/>
                  <a:pt x="35015" y="91696"/>
                  <a:pt x="35015" y="87538"/>
                </a:cubicBezTo>
                <a:lnTo>
                  <a:pt x="35015" y="72532"/>
                </a:lnTo>
                <a:cubicBezTo>
                  <a:pt x="35015" y="68374"/>
                  <a:pt x="31670" y="65028"/>
                  <a:pt x="27512" y="65028"/>
                </a:cubicBezTo>
                <a:lnTo>
                  <a:pt x="12505" y="65028"/>
                </a:lnTo>
                <a:cubicBezTo>
                  <a:pt x="8347" y="65028"/>
                  <a:pt x="5002" y="68374"/>
                  <a:pt x="5002" y="72532"/>
                </a:cubicBezTo>
                <a:close/>
                <a:moveTo>
                  <a:pt x="12505" y="115050"/>
                </a:moveTo>
                <a:cubicBezTo>
                  <a:pt x="8347" y="115050"/>
                  <a:pt x="5002" y="118396"/>
                  <a:pt x="5002" y="122554"/>
                </a:cubicBezTo>
                <a:lnTo>
                  <a:pt x="5002" y="137560"/>
                </a:lnTo>
                <a:cubicBezTo>
                  <a:pt x="5002" y="141718"/>
                  <a:pt x="8347" y="145063"/>
                  <a:pt x="12505" y="145063"/>
                </a:cubicBezTo>
                <a:lnTo>
                  <a:pt x="27512" y="145063"/>
                </a:lnTo>
                <a:cubicBezTo>
                  <a:pt x="31670" y="145063"/>
                  <a:pt x="35015" y="141718"/>
                  <a:pt x="35015" y="137560"/>
                </a:cubicBezTo>
                <a:lnTo>
                  <a:pt x="35015" y="122554"/>
                </a:lnTo>
                <a:cubicBezTo>
                  <a:pt x="35015" y="118396"/>
                  <a:pt x="31670" y="115050"/>
                  <a:pt x="27512" y="115050"/>
                </a:cubicBezTo>
                <a:lnTo>
                  <a:pt x="12505" y="11505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3" name="Text 11"/>
          <p:cNvSpPr/>
          <p:nvPr/>
        </p:nvSpPr>
        <p:spPr>
          <a:xfrm>
            <a:off x="958642" y="2525462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Participant Lists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4109" y="2845603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roster of all attendees with enrollment numbers, join times, and duration spent in session. Exportable to PDF format.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039" y="3592597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4039" y="3592597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6340" y="3779344"/>
            <a:ext cx="160070" cy="160070"/>
          </a:xfrm>
          <a:custGeom>
            <a:avLst/>
            <a:gdLst/>
            <a:ahLst/>
            <a:cxnLst/>
            <a:rect l="l" t="t" r="r" b="b"/>
            <a:pathLst>
              <a:path w="160070" h="160070">
                <a:moveTo>
                  <a:pt x="80035" y="0"/>
                </a:moveTo>
                <a:cubicBezTo>
                  <a:pt x="124208" y="0"/>
                  <a:pt x="160070" y="35862"/>
                  <a:pt x="160070" y="80035"/>
                </a:cubicBezTo>
                <a:cubicBezTo>
                  <a:pt x="160070" y="124208"/>
                  <a:pt x="124208" y="160070"/>
                  <a:pt x="80035" y="160070"/>
                </a:cubicBezTo>
                <a:cubicBezTo>
                  <a:pt x="35862" y="160070"/>
                  <a:pt x="0" y="124208"/>
                  <a:pt x="0" y="80035"/>
                </a:cubicBezTo>
                <a:cubicBezTo>
                  <a:pt x="0" y="35862"/>
                  <a:pt x="35862" y="0"/>
                  <a:pt x="80035" y="0"/>
                </a:cubicBezTo>
                <a:close/>
                <a:moveTo>
                  <a:pt x="72532" y="37516"/>
                </a:moveTo>
                <a:lnTo>
                  <a:pt x="72532" y="80035"/>
                </a:lnTo>
                <a:cubicBezTo>
                  <a:pt x="72532" y="82536"/>
                  <a:pt x="73782" y="84881"/>
                  <a:pt x="75877" y="86288"/>
                </a:cubicBezTo>
                <a:lnTo>
                  <a:pt x="105890" y="106296"/>
                </a:lnTo>
                <a:cubicBezTo>
                  <a:pt x="109329" y="108610"/>
                  <a:pt x="113987" y="107672"/>
                  <a:pt x="116301" y="104202"/>
                </a:cubicBezTo>
                <a:cubicBezTo>
                  <a:pt x="118614" y="100732"/>
                  <a:pt x="117676" y="96105"/>
                  <a:pt x="114206" y="93791"/>
                </a:cubicBezTo>
                <a:lnTo>
                  <a:pt x="87538" y="76033"/>
                </a:lnTo>
                <a:lnTo>
                  <a:pt x="87538" y="37516"/>
                </a:lnTo>
                <a:cubicBezTo>
                  <a:pt x="87538" y="33358"/>
                  <a:pt x="84193" y="30013"/>
                  <a:pt x="80035" y="30013"/>
                </a:cubicBezTo>
                <a:cubicBezTo>
                  <a:pt x="75877" y="30013"/>
                  <a:pt x="72532" y="33358"/>
                  <a:pt x="72532" y="37516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8" name="Text 16"/>
          <p:cNvSpPr/>
          <p:nvPr/>
        </p:nvSpPr>
        <p:spPr>
          <a:xfrm>
            <a:off x="958642" y="3734880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Timestamps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4109" y="4055021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Precise entry and exit times for each participant. Calculate punctuality metrics and identify late joiners or early leavers.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039" y="4802015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4039" y="4802015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2" name="Shape 20"/>
          <p:cNvSpPr/>
          <p:nvPr/>
        </p:nvSpPr>
        <p:spPr>
          <a:xfrm>
            <a:off x="776340" y="4988762"/>
            <a:ext cx="160070" cy="160070"/>
          </a:xfrm>
          <a:custGeom>
            <a:avLst/>
            <a:gdLst/>
            <a:ahLst/>
            <a:cxnLst/>
            <a:rect l="l" t="t" r="r" b="b"/>
            <a:pathLst>
              <a:path w="160070" h="160070">
                <a:moveTo>
                  <a:pt x="10004" y="10004"/>
                </a:moveTo>
                <a:cubicBezTo>
                  <a:pt x="15538" y="10004"/>
                  <a:pt x="20009" y="14475"/>
                  <a:pt x="20009" y="20009"/>
                </a:cubicBezTo>
                <a:lnTo>
                  <a:pt x="20009" y="125055"/>
                </a:lnTo>
                <a:cubicBezTo>
                  <a:pt x="20009" y="127806"/>
                  <a:pt x="22260" y="130057"/>
                  <a:pt x="25011" y="130057"/>
                </a:cubicBezTo>
                <a:lnTo>
                  <a:pt x="150066" y="130057"/>
                </a:lnTo>
                <a:cubicBezTo>
                  <a:pt x="155599" y="130057"/>
                  <a:pt x="160070" y="134528"/>
                  <a:pt x="160070" y="140061"/>
                </a:cubicBezTo>
                <a:cubicBezTo>
                  <a:pt x="160070" y="145595"/>
                  <a:pt x="155599" y="150066"/>
                  <a:pt x="150066" y="150066"/>
                </a:cubicBezTo>
                <a:lnTo>
                  <a:pt x="25011" y="150066"/>
                </a:lnTo>
                <a:cubicBezTo>
                  <a:pt x="11192" y="150066"/>
                  <a:pt x="0" y="138873"/>
                  <a:pt x="0" y="125055"/>
                </a:cubicBezTo>
                <a:lnTo>
                  <a:pt x="0" y="20009"/>
                </a:lnTo>
                <a:cubicBezTo>
                  <a:pt x="0" y="14475"/>
                  <a:pt x="4471" y="10004"/>
                  <a:pt x="10004" y="10004"/>
                </a:cubicBezTo>
                <a:close/>
                <a:moveTo>
                  <a:pt x="40018" y="30013"/>
                </a:moveTo>
                <a:cubicBezTo>
                  <a:pt x="40018" y="24479"/>
                  <a:pt x="44488" y="20009"/>
                  <a:pt x="50022" y="20009"/>
                </a:cubicBezTo>
                <a:lnTo>
                  <a:pt x="110048" y="20009"/>
                </a:lnTo>
                <a:cubicBezTo>
                  <a:pt x="115582" y="20009"/>
                  <a:pt x="120053" y="24479"/>
                  <a:pt x="120053" y="30013"/>
                </a:cubicBezTo>
                <a:cubicBezTo>
                  <a:pt x="120053" y="35547"/>
                  <a:pt x="115582" y="40018"/>
                  <a:pt x="110048" y="40018"/>
                </a:cubicBezTo>
                <a:lnTo>
                  <a:pt x="50022" y="40018"/>
                </a:lnTo>
                <a:cubicBezTo>
                  <a:pt x="44488" y="40018"/>
                  <a:pt x="40018" y="35547"/>
                  <a:pt x="40018" y="30013"/>
                </a:cubicBezTo>
                <a:close/>
                <a:moveTo>
                  <a:pt x="50022" y="55024"/>
                </a:moveTo>
                <a:lnTo>
                  <a:pt x="90039" y="55024"/>
                </a:lnTo>
                <a:cubicBezTo>
                  <a:pt x="95573" y="55024"/>
                  <a:pt x="100044" y="59495"/>
                  <a:pt x="100044" y="65028"/>
                </a:cubicBezTo>
                <a:cubicBezTo>
                  <a:pt x="100044" y="70562"/>
                  <a:pt x="95573" y="75033"/>
                  <a:pt x="90039" y="75033"/>
                </a:cubicBezTo>
                <a:lnTo>
                  <a:pt x="50022" y="75033"/>
                </a:lnTo>
                <a:cubicBezTo>
                  <a:pt x="44488" y="75033"/>
                  <a:pt x="40018" y="70562"/>
                  <a:pt x="40018" y="65028"/>
                </a:cubicBezTo>
                <a:cubicBezTo>
                  <a:pt x="40018" y="59495"/>
                  <a:pt x="44488" y="55024"/>
                  <a:pt x="50022" y="55024"/>
                </a:cubicBezTo>
                <a:close/>
                <a:moveTo>
                  <a:pt x="50022" y="90039"/>
                </a:moveTo>
                <a:lnTo>
                  <a:pt x="130057" y="90039"/>
                </a:lnTo>
                <a:cubicBezTo>
                  <a:pt x="135591" y="90039"/>
                  <a:pt x="140061" y="94510"/>
                  <a:pt x="140061" y="100044"/>
                </a:cubicBezTo>
                <a:cubicBezTo>
                  <a:pt x="140061" y="105577"/>
                  <a:pt x="135591" y="110048"/>
                  <a:pt x="130057" y="110048"/>
                </a:cubicBezTo>
                <a:lnTo>
                  <a:pt x="50022" y="110048"/>
                </a:lnTo>
                <a:cubicBezTo>
                  <a:pt x="44488" y="110048"/>
                  <a:pt x="40018" y="105577"/>
                  <a:pt x="40018" y="100044"/>
                </a:cubicBezTo>
                <a:cubicBezTo>
                  <a:pt x="40018" y="94510"/>
                  <a:pt x="44488" y="90039"/>
                  <a:pt x="50022" y="90039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3" name="Text 21"/>
          <p:cNvSpPr/>
          <p:nvPr/>
        </p:nvSpPr>
        <p:spPr>
          <a:xfrm>
            <a:off x="958642" y="4944298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Statistics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4109" y="5264439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attendance rates across multiple sessions. Generate trend reports for individual students or entire classes.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9809" y="6014990"/>
            <a:ext cx="5182712" cy="718537"/>
          </a:xfrm>
          <a:custGeom>
            <a:avLst/>
            <a:gdLst/>
            <a:ahLst/>
            <a:cxnLst/>
            <a:rect l="l" t="t" r="r" b="b"/>
            <a:pathLst>
              <a:path w="5182712" h="718537">
                <a:moveTo>
                  <a:pt x="71142" y="0"/>
                </a:moveTo>
                <a:lnTo>
                  <a:pt x="5111569" y="0"/>
                </a:lnTo>
                <a:cubicBezTo>
                  <a:pt x="5150860" y="0"/>
                  <a:pt x="5182712" y="31851"/>
                  <a:pt x="5182712" y="71142"/>
                </a:cubicBezTo>
                <a:lnTo>
                  <a:pt x="5182712" y="647394"/>
                </a:lnTo>
                <a:cubicBezTo>
                  <a:pt x="5182712" y="686685"/>
                  <a:pt x="5150860" y="718537"/>
                  <a:pt x="5111569" y="718537"/>
                </a:cubicBezTo>
                <a:lnTo>
                  <a:pt x="71142" y="718537"/>
                </a:lnTo>
                <a:cubicBezTo>
                  <a:pt x="31851" y="718537"/>
                  <a:pt x="0" y="686685"/>
                  <a:pt x="0" y="647394"/>
                </a:cubicBezTo>
                <a:lnTo>
                  <a:pt x="0" y="71142"/>
                </a:lnTo>
                <a:cubicBezTo>
                  <a:pt x="0" y="31878"/>
                  <a:pt x="31878" y="0"/>
                  <a:pt x="71142" y="0"/>
                </a:cubicBezTo>
                <a:close/>
              </a:path>
            </a:pathLst>
          </a:custGeom>
          <a:solidFill>
            <a:srgbClr val="E0B45C">
              <a:alpha val="10196"/>
            </a:srgbClr>
          </a:soli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2312" y="6285336"/>
            <a:ext cx="177856" cy="177856"/>
          </a:xfrm>
          <a:custGeom>
            <a:avLst/>
            <a:gdLst/>
            <a:ahLst/>
            <a:cxnLst/>
            <a:rect l="l" t="t" r="r" b="b"/>
            <a:pathLst>
              <a:path w="177856" h="177856">
                <a:moveTo>
                  <a:pt x="88928" y="177856"/>
                </a:moveTo>
                <a:cubicBezTo>
                  <a:pt x="138008" y="177856"/>
                  <a:pt x="177856" y="138008"/>
                  <a:pt x="177856" y="88928"/>
                </a:cubicBezTo>
                <a:cubicBezTo>
                  <a:pt x="177856" y="39847"/>
                  <a:pt x="138008" y="0"/>
                  <a:pt x="88928" y="0"/>
                </a:cubicBezTo>
                <a:cubicBezTo>
                  <a:pt x="39847" y="0"/>
                  <a:pt x="0" y="39847"/>
                  <a:pt x="0" y="88928"/>
                </a:cubicBezTo>
                <a:cubicBezTo>
                  <a:pt x="0" y="138008"/>
                  <a:pt x="39847" y="177856"/>
                  <a:pt x="88928" y="177856"/>
                </a:cubicBezTo>
                <a:close/>
                <a:moveTo>
                  <a:pt x="77812" y="55580"/>
                </a:moveTo>
                <a:cubicBezTo>
                  <a:pt x="77812" y="49445"/>
                  <a:pt x="82793" y="44464"/>
                  <a:pt x="88928" y="44464"/>
                </a:cubicBezTo>
                <a:cubicBezTo>
                  <a:pt x="95063" y="44464"/>
                  <a:pt x="100044" y="49445"/>
                  <a:pt x="100044" y="55580"/>
                </a:cubicBezTo>
                <a:cubicBezTo>
                  <a:pt x="100044" y="61715"/>
                  <a:pt x="95063" y="66696"/>
                  <a:pt x="88928" y="66696"/>
                </a:cubicBezTo>
                <a:cubicBezTo>
                  <a:pt x="82793" y="66696"/>
                  <a:pt x="77812" y="61715"/>
                  <a:pt x="77812" y="55580"/>
                </a:cubicBezTo>
                <a:close/>
                <a:moveTo>
                  <a:pt x="75033" y="77812"/>
                </a:moveTo>
                <a:lnTo>
                  <a:pt x="91707" y="77812"/>
                </a:lnTo>
                <a:cubicBezTo>
                  <a:pt x="96327" y="77812"/>
                  <a:pt x="100044" y="81529"/>
                  <a:pt x="100044" y="86149"/>
                </a:cubicBezTo>
                <a:lnTo>
                  <a:pt x="100044" y="116718"/>
                </a:lnTo>
                <a:lnTo>
                  <a:pt x="102823" y="116718"/>
                </a:lnTo>
                <a:cubicBezTo>
                  <a:pt x="107443" y="116718"/>
                  <a:pt x="111160" y="120435"/>
                  <a:pt x="111160" y="125055"/>
                </a:cubicBezTo>
                <a:cubicBezTo>
                  <a:pt x="111160" y="129675"/>
                  <a:pt x="107443" y="133392"/>
                  <a:pt x="102823" y="133392"/>
                </a:cubicBezTo>
                <a:lnTo>
                  <a:pt x="75033" y="133392"/>
                </a:lnTo>
                <a:cubicBezTo>
                  <a:pt x="70413" y="133392"/>
                  <a:pt x="66696" y="129675"/>
                  <a:pt x="66696" y="125055"/>
                </a:cubicBezTo>
                <a:cubicBezTo>
                  <a:pt x="66696" y="120435"/>
                  <a:pt x="70413" y="116718"/>
                  <a:pt x="75033" y="116718"/>
                </a:cubicBezTo>
                <a:lnTo>
                  <a:pt x="83370" y="116718"/>
                </a:lnTo>
                <a:lnTo>
                  <a:pt x="83370" y="94486"/>
                </a:lnTo>
                <a:lnTo>
                  <a:pt x="75033" y="94486"/>
                </a:lnTo>
                <a:cubicBezTo>
                  <a:pt x="70413" y="94486"/>
                  <a:pt x="66696" y="90769"/>
                  <a:pt x="66696" y="86149"/>
                </a:cubicBezTo>
                <a:cubicBezTo>
                  <a:pt x="66696" y="81529"/>
                  <a:pt x="70413" y="77812"/>
                  <a:pt x="75033" y="77812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27" name="Text 25"/>
          <p:cNvSpPr/>
          <p:nvPr/>
        </p:nvSpPr>
        <p:spPr>
          <a:xfrm>
            <a:off x="982207" y="6160838"/>
            <a:ext cx="4704280" cy="426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r>
              <a:rPr lang="en-US" sz="112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Teachers can generate monthly attendance reports for administrative review and student assessment.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04715" y="1490345"/>
            <a:ext cx="5627351" cy="5538423"/>
          </a:xfrm>
          <a:custGeom>
            <a:avLst/>
            <a:gdLst/>
            <a:ahLst/>
            <a:cxnLst/>
            <a:rect l="l" t="t" r="r" b="b"/>
            <a:pathLst>
              <a:path w="5627351" h="5538423">
                <a:moveTo>
                  <a:pt x="106725" y="0"/>
                </a:moveTo>
                <a:lnTo>
                  <a:pt x="5520625" y="0"/>
                </a:lnTo>
                <a:cubicBezTo>
                  <a:pt x="5579528" y="0"/>
                  <a:pt x="5627351" y="47822"/>
                  <a:pt x="5627351" y="106725"/>
                </a:cubicBezTo>
                <a:lnTo>
                  <a:pt x="5627351" y="5431697"/>
                </a:lnTo>
                <a:cubicBezTo>
                  <a:pt x="5627351" y="5490601"/>
                  <a:pt x="5579528" y="5538423"/>
                  <a:pt x="5520625" y="5538423"/>
                </a:cubicBezTo>
                <a:lnTo>
                  <a:pt x="106725" y="5538423"/>
                </a:lnTo>
                <a:cubicBezTo>
                  <a:pt x="47822" y="5538423"/>
                  <a:pt x="0" y="5490601"/>
                  <a:pt x="0" y="5431697"/>
                </a:cubicBezTo>
                <a:lnTo>
                  <a:pt x="0" y="106725"/>
                </a:lnTo>
                <a:cubicBezTo>
                  <a:pt x="0" y="47822"/>
                  <a:pt x="47822" y="0"/>
                  <a:pt x="10672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1698" y="1707326"/>
            <a:ext cx="497996" cy="497996"/>
          </a:xfrm>
          <a:custGeom>
            <a:avLst/>
            <a:gdLst/>
            <a:ahLst/>
            <a:cxnLst/>
            <a:rect l="l" t="t" r="r" b="b"/>
            <a:pathLst>
              <a:path w="497996" h="497996">
                <a:moveTo>
                  <a:pt x="106715" y="0"/>
                </a:moveTo>
                <a:lnTo>
                  <a:pt x="391280" y="0"/>
                </a:lnTo>
                <a:cubicBezTo>
                  <a:pt x="450217" y="0"/>
                  <a:pt x="497996" y="47778"/>
                  <a:pt x="497996" y="106715"/>
                </a:cubicBezTo>
                <a:lnTo>
                  <a:pt x="497996" y="391280"/>
                </a:lnTo>
                <a:cubicBezTo>
                  <a:pt x="497996" y="450217"/>
                  <a:pt x="450217" y="497996"/>
                  <a:pt x="391280" y="497996"/>
                </a:cubicBezTo>
                <a:lnTo>
                  <a:pt x="106715" y="497996"/>
                </a:lnTo>
                <a:cubicBezTo>
                  <a:pt x="47778" y="497996"/>
                  <a:pt x="0" y="450217"/>
                  <a:pt x="0" y="391280"/>
                </a:cubicBezTo>
                <a:lnTo>
                  <a:pt x="0" y="106715"/>
                </a:lnTo>
                <a:cubicBezTo>
                  <a:pt x="0" y="47818"/>
                  <a:pt x="47818" y="0"/>
                  <a:pt x="10671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63983" y="1849612"/>
            <a:ext cx="213427" cy="213427"/>
          </a:xfrm>
          <a:custGeom>
            <a:avLst/>
            <a:gdLst/>
            <a:ahLst/>
            <a:cxnLst/>
            <a:rect l="l" t="t" r="r" b="b"/>
            <a:pathLst>
              <a:path w="213427" h="213427">
                <a:moveTo>
                  <a:pt x="26678" y="26678"/>
                </a:moveTo>
                <a:cubicBezTo>
                  <a:pt x="26678" y="19300"/>
                  <a:pt x="20717" y="13339"/>
                  <a:pt x="13339" y="13339"/>
                </a:cubicBezTo>
                <a:cubicBezTo>
                  <a:pt x="5961" y="13339"/>
                  <a:pt x="0" y="19300"/>
                  <a:pt x="0" y="26678"/>
                </a:cubicBezTo>
                <a:lnTo>
                  <a:pt x="0" y="166740"/>
                </a:lnTo>
                <a:cubicBezTo>
                  <a:pt x="0" y="185164"/>
                  <a:pt x="14923" y="200088"/>
                  <a:pt x="33348" y="200088"/>
                </a:cubicBezTo>
                <a:lnTo>
                  <a:pt x="200088" y="200088"/>
                </a:lnTo>
                <a:cubicBezTo>
                  <a:pt x="207466" y="200088"/>
                  <a:pt x="213427" y="194127"/>
                  <a:pt x="213427" y="186748"/>
                </a:cubicBezTo>
                <a:cubicBezTo>
                  <a:pt x="213427" y="179370"/>
                  <a:pt x="207466" y="173409"/>
                  <a:pt x="200088" y="173409"/>
                </a:cubicBezTo>
                <a:lnTo>
                  <a:pt x="33348" y="173409"/>
                </a:lnTo>
                <a:cubicBezTo>
                  <a:pt x="29680" y="173409"/>
                  <a:pt x="26678" y="170408"/>
                  <a:pt x="26678" y="166740"/>
                </a:cubicBezTo>
                <a:lnTo>
                  <a:pt x="26678" y="26678"/>
                </a:lnTo>
                <a:close/>
                <a:moveTo>
                  <a:pt x="196169" y="62777"/>
                </a:moveTo>
                <a:cubicBezTo>
                  <a:pt x="201380" y="57567"/>
                  <a:pt x="201380" y="49105"/>
                  <a:pt x="196169" y="43894"/>
                </a:cubicBezTo>
                <a:cubicBezTo>
                  <a:pt x="190959" y="38684"/>
                  <a:pt x="182496" y="38684"/>
                  <a:pt x="177286" y="43894"/>
                </a:cubicBezTo>
                <a:lnTo>
                  <a:pt x="133392" y="87830"/>
                </a:lnTo>
                <a:lnTo>
                  <a:pt x="109465" y="63945"/>
                </a:lnTo>
                <a:cubicBezTo>
                  <a:pt x="104254" y="58734"/>
                  <a:pt x="95792" y="58734"/>
                  <a:pt x="90581" y="63945"/>
                </a:cubicBezTo>
                <a:lnTo>
                  <a:pt x="50564" y="103962"/>
                </a:lnTo>
                <a:cubicBezTo>
                  <a:pt x="45353" y="109173"/>
                  <a:pt x="45353" y="117635"/>
                  <a:pt x="50564" y="122845"/>
                </a:cubicBezTo>
                <a:cubicBezTo>
                  <a:pt x="55774" y="128056"/>
                  <a:pt x="64236" y="128056"/>
                  <a:pt x="69447" y="122845"/>
                </a:cubicBezTo>
                <a:lnTo>
                  <a:pt x="100044" y="92249"/>
                </a:lnTo>
                <a:lnTo>
                  <a:pt x="123971" y="116176"/>
                </a:lnTo>
                <a:cubicBezTo>
                  <a:pt x="129182" y="121386"/>
                  <a:pt x="137644" y="121386"/>
                  <a:pt x="142854" y="116176"/>
                </a:cubicBezTo>
                <a:lnTo>
                  <a:pt x="196211" y="6281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1" name="Text 29"/>
          <p:cNvSpPr/>
          <p:nvPr/>
        </p:nvSpPr>
        <p:spPr>
          <a:xfrm>
            <a:off x="7026407" y="1707327"/>
            <a:ext cx="2054232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Meeting Analytics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26408" y="1991792"/>
            <a:ext cx="2018661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Duration &amp; Engagement Metrics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39485" y="2383179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39485" y="2383179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41795" y="2569926"/>
            <a:ext cx="120053" cy="160070"/>
          </a:xfrm>
          <a:custGeom>
            <a:avLst/>
            <a:gdLst/>
            <a:ahLst/>
            <a:cxnLst/>
            <a:rect l="l" t="t" r="r" b="b"/>
            <a:pathLst>
              <a:path w="120053" h="160070">
                <a:moveTo>
                  <a:pt x="10004" y="0"/>
                </a:moveTo>
                <a:cubicBezTo>
                  <a:pt x="4471" y="0"/>
                  <a:pt x="0" y="4471"/>
                  <a:pt x="0" y="10004"/>
                </a:cubicBezTo>
                <a:cubicBezTo>
                  <a:pt x="0" y="15538"/>
                  <a:pt x="4471" y="20009"/>
                  <a:pt x="10004" y="20009"/>
                </a:cubicBezTo>
                <a:lnTo>
                  <a:pt x="10004" y="23448"/>
                </a:lnTo>
                <a:cubicBezTo>
                  <a:pt x="10004" y="36704"/>
                  <a:pt x="15288" y="49428"/>
                  <a:pt x="24667" y="58807"/>
                </a:cubicBezTo>
                <a:lnTo>
                  <a:pt x="45895" y="80035"/>
                </a:lnTo>
                <a:lnTo>
                  <a:pt x="24667" y="101263"/>
                </a:lnTo>
                <a:cubicBezTo>
                  <a:pt x="15288" y="110642"/>
                  <a:pt x="10004" y="123366"/>
                  <a:pt x="10004" y="136622"/>
                </a:cubicBezTo>
                <a:lnTo>
                  <a:pt x="10004" y="140061"/>
                </a:lnTo>
                <a:cubicBezTo>
                  <a:pt x="4471" y="140061"/>
                  <a:pt x="0" y="144532"/>
                  <a:pt x="0" y="150066"/>
                </a:cubicBezTo>
                <a:cubicBezTo>
                  <a:pt x="0" y="155599"/>
                  <a:pt x="4471" y="160070"/>
                  <a:pt x="10004" y="160070"/>
                </a:cubicBezTo>
                <a:lnTo>
                  <a:pt x="110048" y="160070"/>
                </a:lnTo>
                <a:cubicBezTo>
                  <a:pt x="115582" y="160070"/>
                  <a:pt x="120053" y="155599"/>
                  <a:pt x="120053" y="150066"/>
                </a:cubicBezTo>
                <a:cubicBezTo>
                  <a:pt x="120053" y="144532"/>
                  <a:pt x="115582" y="140061"/>
                  <a:pt x="110048" y="140061"/>
                </a:cubicBezTo>
                <a:lnTo>
                  <a:pt x="110048" y="136622"/>
                </a:lnTo>
                <a:cubicBezTo>
                  <a:pt x="110048" y="123366"/>
                  <a:pt x="104765" y="110642"/>
                  <a:pt x="95385" y="101263"/>
                </a:cubicBezTo>
                <a:lnTo>
                  <a:pt x="74157" y="80035"/>
                </a:lnTo>
                <a:lnTo>
                  <a:pt x="95385" y="58807"/>
                </a:lnTo>
                <a:cubicBezTo>
                  <a:pt x="104765" y="49428"/>
                  <a:pt x="110048" y="36704"/>
                  <a:pt x="110048" y="23448"/>
                </a:cubicBezTo>
                <a:lnTo>
                  <a:pt x="110048" y="20009"/>
                </a:lnTo>
                <a:cubicBezTo>
                  <a:pt x="115582" y="20009"/>
                  <a:pt x="120053" y="15538"/>
                  <a:pt x="120053" y="10004"/>
                </a:cubicBezTo>
                <a:cubicBezTo>
                  <a:pt x="120053" y="4471"/>
                  <a:pt x="115582" y="0"/>
                  <a:pt x="110048" y="0"/>
                </a:cubicBezTo>
                <a:lnTo>
                  <a:pt x="10004" y="0"/>
                </a:lnTo>
                <a:close/>
                <a:moveTo>
                  <a:pt x="30013" y="23448"/>
                </a:moveTo>
                <a:lnTo>
                  <a:pt x="30013" y="20009"/>
                </a:lnTo>
                <a:lnTo>
                  <a:pt x="90039" y="20009"/>
                </a:lnTo>
                <a:lnTo>
                  <a:pt x="90039" y="23448"/>
                </a:lnTo>
                <a:cubicBezTo>
                  <a:pt x="90039" y="29388"/>
                  <a:pt x="88289" y="35140"/>
                  <a:pt x="85037" y="40018"/>
                </a:cubicBezTo>
                <a:lnTo>
                  <a:pt x="35015" y="40018"/>
                </a:lnTo>
                <a:cubicBezTo>
                  <a:pt x="31795" y="35140"/>
                  <a:pt x="30013" y="29388"/>
                  <a:pt x="30013" y="23448"/>
                </a:cubicBezTo>
                <a:close/>
                <a:moveTo>
                  <a:pt x="35015" y="120053"/>
                </a:moveTo>
                <a:cubicBezTo>
                  <a:pt x="36110" y="118396"/>
                  <a:pt x="37391" y="116832"/>
                  <a:pt x="38798" y="115394"/>
                </a:cubicBezTo>
                <a:lnTo>
                  <a:pt x="60026" y="94166"/>
                </a:lnTo>
                <a:lnTo>
                  <a:pt x="81254" y="115394"/>
                </a:lnTo>
                <a:cubicBezTo>
                  <a:pt x="82692" y="116832"/>
                  <a:pt x="83943" y="118396"/>
                  <a:pt x="85068" y="120053"/>
                </a:cubicBezTo>
                <a:lnTo>
                  <a:pt x="35015" y="120053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6" name="Text 34"/>
          <p:cNvSpPr/>
          <p:nvPr/>
        </p:nvSpPr>
        <p:spPr>
          <a:xfrm>
            <a:off x="6804088" y="2525462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Duration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99555" y="2845603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total meeting length, average participant engagement time, and identify optimal session durations for different content types.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39485" y="3592597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39485" y="3592597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0" name="Shape 38"/>
          <p:cNvSpPr/>
          <p:nvPr/>
        </p:nvSpPr>
        <p:spPr>
          <a:xfrm>
            <a:off x="6601777" y="3779344"/>
            <a:ext cx="200088" cy="160070"/>
          </a:xfrm>
          <a:custGeom>
            <a:avLst/>
            <a:gdLst/>
            <a:ahLst/>
            <a:cxnLst/>
            <a:rect l="l" t="t" r="r" b="b"/>
            <a:pathLst>
              <a:path w="200088" h="160070">
                <a:moveTo>
                  <a:pt x="100044" y="5002"/>
                </a:moveTo>
                <a:cubicBezTo>
                  <a:pt x="117989" y="5002"/>
                  <a:pt x="132558" y="19571"/>
                  <a:pt x="132558" y="37516"/>
                </a:cubicBezTo>
                <a:cubicBezTo>
                  <a:pt x="132558" y="55461"/>
                  <a:pt x="117989" y="70031"/>
                  <a:pt x="100044" y="70031"/>
                </a:cubicBezTo>
                <a:cubicBezTo>
                  <a:pt x="82099" y="70031"/>
                  <a:pt x="67530" y="55461"/>
                  <a:pt x="67530" y="37516"/>
                </a:cubicBezTo>
                <a:cubicBezTo>
                  <a:pt x="67530" y="19571"/>
                  <a:pt x="82099" y="5002"/>
                  <a:pt x="100044" y="5002"/>
                </a:cubicBezTo>
                <a:close/>
                <a:moveTo>
                  <a:pt x="30013" y="27512"/>
                </a:moveTo>
                <a:cubicBezTo>
                  <a:pt x="42437" y="27512"/>
                  <a:pt x="52523" y="37598"/>
                  <a:pt x="52523" y="50022"/>
                </a:cubicBezTo>
                <a:cubicBezTo>
                  <a:pt x="52523" y="62445"/>
                  <a:pt x="42437" y="72532"/>
                  <a:pt x="30013" y="72532"/>
                </a:cubicBezTo>
                <a:cubicBezTo>
                  <a:pt x="17590" y="72532"/>
                  <a:pt x="7503" y="62445"/>
                  <a:pt x="7503" y="50022"/>
                </a:cubicBezTo>
                <a:cubicBezTo>
                  <a:pt x="7503" y="37598"/>
                  <a:pt x="17590" y="27512"/>
                  <a:pt x="30013" y="27512"/>
                </a:cubicBezTo>
                <a:close/>
                <a:moveTo>
                  <a:pt x="0" y="130057"/>
                </a:moveTo>
                <a:cubicBezTo>
                  <a:pt x="0" y="107953"/>
                  <a:pt x="17914" y="90039"/>
                  <a:pt x="40018" y="90039"/>
                </a:cubicBezTo>
                <a:cubicBezTo>
                  <a:pt x="44019" y="90039"/>
                  <a:pt x="47896" y="90633"/>
                  <a:pt x="51554" y="91728"/>
                </a:cubicBezTo>
                <a:cubicBezTo>
                  <a:pt x="41268" y="103233"/>
                  <a:pt x="35015" y="118427"/>
                  <a:pt x="35015" y="135059"/>
                </a:cubicBezTo>
                <a:lnTo>
                  <a:pt x="35015" y="140061"/>
                </a:lnTo>
                <a:cubicBezTo>
                  <a:pt x="35015" y="143625"/>
                  <a:pt x="35766" y="147002"/>
                  <a:pt x="37110" y="150066"/>
                </a:cubicBezTo>
                <a:lnTo>
                  <a:pt x="10004" y="150066"/>
                </a:lnTo>
                <a:cubicBezTo>
                  <a:pt x="4471" y="150066"/>
                  <a:pt x="0" y="145595"/>
                  <a:pt x="0" y="140061"/>
                </a:cubicBezTo>
                <a:lnTo>
                  <a:pt x="0" y="130057"/>
                </a:lnTo>
                <a:close/>
                <a:moveTo>
                  <a:pt x="162978" y="150066"/>
                </a:moveTo>
                <a:cubicBezTo>
                  <a:pt x="164322" y="147002"/>
                  <a:pt x="165072" y="143625"/>
                  <a:pt x="165072" y="140061"/>
                </a:cubicBezTo>
                <a:lnTo>
                  <a:pt x="165072" y="135059"/>
                </a:lnTo>
                <a:cubicBezTo>
                  <a:pt x="165072" y="118427"/>
                  <a:pt x="158819" y="103233"/>
                  <a:pt x="148534" y="91728"/>
                </a:cubicBezTo>
                <a:cubicBezTo>
                  <a:pt x="152192" y="90633"/>
                  <a:pt x="156068" y="90039"/>
                  <a:pt x="160070" y="90039"/>
                </a:cubicBezTo>
                <a:cubicBezTo>
                  <a:pt x="182173" y="90039"/>
                  <a:pt x="200088" y="107953"/>
                  <a:pt x="200088" y="130057"/>
                </a:cubicBezTo>
                <a:lnTo>
                  <a:pt x="200088" y="140061"/>
                </a:lnTo>
                <a:cubicBezTo>
                  <a:pt x="200088" y="145595"/>
                  <a:pt x="195617" y="150066"/>
                  <a:pt x="190083" y="150066"/>
                </a:cubicBezTo>
                <a:lnTo>
                  <a:pt x="162978" y="150066"/>
                </a:lnTo>
                <a:close/>
                <a:moveTo>
                  <a:pt x="147565" y="50022"/>
                </a:moveTo>
                <a:cubicBezTo>
                  <a:pt x="147565" y="37598"/>
                  <a:pt x="157651" y="27512"/>
                  <a:pt x="170074" y="27512"/>
                </a:cubicBezTo>
                <a:cubicBezTo>
                  <a:pt x="182498" y="27512"/>
                  <a:pt x="192584" y="37598"/>
                  <a:pt x="192584" y="50022"/>
                </a:cubicBezTo>
                <a:cubicBezTo>
                  <a:pt x="192584" y="62445"/>
                  <a:pt x="182498" y="72532"/>
                  <a:pt x="170074" y="72532"/>
                </a:cubicBezTo>
                <a:cubicBezTo>
                  <a:pt x="157651" y="72532"/>
                  <a:pt x="147565" y="62445"/>
                  <a:pt x="147565" y="50022"/>
                </a:cubicBezTo>
                <a:close/>
                <a:moveTo>
                  <a:pt x="50022" y="135059"/>
                </a:moveTo>
                <a:cubicBezTo>
                  <a:pt x="50022" y="107422"/>
                  <a:pt x="72407" y="85037"/>
                  <a:pt x="100044" y="85037"/>
                </a:cubicBezTo>
                <a:cubicBezTo>
                  <a:pt x="127681" y="85037"/>
                  <a:pt x="150066" y="107422"/>
                  <a:pt x="150066" y="135059"/>
                </a:cubicBezTo>
                <a:lnTo>
                  <a:pt x="150066" y="140061"/>
                </a:lnTo>
                <a:cubicBezTo>
                  <a:pt x="150066" y="145595"/>
                  <a:pt x="145595" y="150066"/>
                  <a:pt x="140061" y="150066"/>
                </a:cubicBezTo>
                <a:lnTo>
                  <a:pt x="60026" y="150066"/>
                </a:lnTo>
                <a:cubicBezTo>
                  <a:pt x="54493" y="150066"/>
                  <a:pt x="50022" y="145595"/>
                  <a:pt x="50022" y="140061"/>
                </a:cubicBezTo>
                <a:lnTo>
                  <a:pt x="50022" y="135059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1" name="Text 39"/>
          <p:cNvSpPr/>
          <p:nvPr/>
        </p:nvSpPr>
        <p:spPr>
          <a:xfrm>
            <a:off x="6804088" y="3734880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Metrics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99555" y="4055021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active participants, screen sharing duration, chat message frequency, and interaction levels throughout the session.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39485" y="4802015"/>
            <a:ext cx="5175597" cy="1067133"/>
          </a:xfrm>
          <a:custGeom>
            <a:avLst/>
            <a:gdLst/>
            <a:ahLst/>
            <a:cxnLst/>
            <a:rect l="l" t="t" r="r" b="b"/>
            <a:pathLst>
              <a:path w="5175597" h="1067133">
                <a:moveTo>
                  <a:pt x="35571" y="0"/>
                </a:moveTo>
                <a:lnTo>
                  <a:pt x="5104452" y="0"/>
                </a:lnTo>
                <a:cubicBezTo>
                  <a:pt x="5143744" y="0"/>
                  <a:pt x="5175597" y="31853"/>
                  <a:pt x="5175597" y="71146"/>
                </a:cubicBezTo>
                <a:lnTo>
                  <a:pt x="5175597" y="995988"/>
                </a:lnTo>
                <a:cubicBezTo>
                  <a:pt x="5175597" y="1035280"/>
                  <a:pt x="5143744" y="1067133"/>
                  <a:pt x="5104452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39485" y="4802015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45" name="Shape 43"/>
          <p:cNvSpPr/>
          <p:nvPr/>
        </p:nvSpPr>
        <p:spPr>
          <a:xfrm>
            <a:off x="6611782" y="4988762"/>
            <a:ext cx="180079" cy="160070"/>
          </a:xfrm>
          <a:custGeom>
            <a:avLst/>
            <a:gdLst/>
            <a:ahLst/>
            <a:cxnLst/>
            <a:rect l="l" t="t" r="r" b="b"/>
            <a:pathLst>
              <a:path w="180079" h="160070">
                <a:moveTo>
                  <a:pt x="160195" y="75033"/>
                </a:moveTo>
                <a:lnTo>
                  <a:pt x="105171" y="75033"/>
                </a:lnTo>
                <a:cubicBezTo>
                  <a:pt x="99637" y="75033"/>
                  <a:pt x="95167" y="70562"/>
                  <a:pt x="95167" y="65028"/>
                </a:cubicBezTo>
                <a:lnTo>
                  <a:pt x="95167" y="10004"/>
                </a:lnTo>
                <a:cubicBezTo>
                  <a:pt x="95167" y="4471"/>
                  <a:pt x="99669" y="-63"/>
                  <a:pt x="105140" y="657"/>
                </a:cubicBezTo>
                <a:cubicBezTo>
                  <a:pt x="138592" y="5096"/>
                  <a:pt x="165103" y="31608"/>
                  <a:pt x="169543" y="65060"/>
                </a:cubicBezTo>
                <a:cubicBezTo>
                  <a:pt x="170262" y="70531"/>
                  <a:pt x="165729" y="75033"/>
                  <a:pt x="160195" y="75033"/>
                </a:cubicBezTo>
                <a:close/>
                <a:moveTo>
                  <a:pt x="69593" y="11630"/>
                </a:moveTo>
                <a:cubicBezTo>
                  <a:pt x="75252" y="10442"/>
                  <a:pt x="80160" y="15069"/>
                  <a:pt x="80160" y="20853"/>
                </a:cubicBezTo>
                <a:lnTo>
                  <a:pt x="80160" y="82536"/>
                </a:lnTo>
                <a:cubicBezTo>
                  <a:pt x="80160" y="84287"/>
                  <a:pt x="80785" y="85975"/>
                  <a:pt x="81880" y="87319"/>
                </a:cubicBezTo>
                <a:lnTo>
                  <a:pt x="123179" y="137154"/>
                </a:lnTo>
                <a:cubicBezTo>
                  <a:pt x="126837" y="141562"/>
                  <a:pt x="126055" y="148221"/>
                  <a:pt x="121022" y="150941"/>
                </a:cubicBezTo>
                <a:cubicBezTo>
                  <a:pt x="110361" y="156756"/>
                  <a:pt x="98137" y="160070"/>
                  <a:pt x="85162" y="160070"/>
                </a:cubicBezTo>
                <a:cubicBezTo>
                  <a:pt x="43738" y="160070"/>
                  <a:pt x="10129" y="126462"/>
                  <a:pt x="10129" y="85037"/>
                </a:cubicBezTo>
                <a:cubicBezTo>
                  <a:pt x="10129" y="48928"/>
                  <a:pt x="35609" y="18789"/>
                  <a:pt x="69593" y="11630"/>
                </a:cubicBezTo>
                <a:close/>
                <a:moveTo>
                  <a:pt x="149378" y="90039"/>
                </a:moveTo>
                <a:lnTo>
                  <a:pt x="169387" y="90039"/>
                </a:lnTo>
                <a:cubicBezTo>
                  <a:pt x="175170" y="90039"/>
                  <a:pt x="179797" y="94948"/>
                  <a:pt x="178609" y="100607"/>
                </a:cubicBezTo>
                <a:cubicBezTo>
                  <a:pt x="175420" y="115738"/>
                  <a:pt x="167667" y="129182"/>
                  <a:pt x="156850" y="139436"/>
                </a:cubicBezTo>
                <a:cubicBezTo>
                  <a:pt x="153004" y="143094"/>
                  <a:pt x="146971" y="142312"/>
                  <a:pt x="143594" y="138217"/>
                </a:cubicBezTo>
                <a:lnTo>
                  <a:pt x="117208" y="106422"/>
                </a:lnTo>
                <a:cubicBezTo>
                  <a:pt x="111799" y="99887"/>
                  <a:pt x="116457" y="90039"/>
                  <a:pt x="124898" y="90039"/>
                </a:cubicBezTo>
                <a:lnTo>
                  <a:pt x="149347" y="90039"/>
                </a:ln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46" name="Text 44"/>
          <p:cNvSpPr/>
          <p:nvPr/>
        </p:nvSpPr>
        <p:spPr>
          <a:xfrm>
            <a:off x="6804088" y="4944298"/>
            <a:ext cx="474874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Dashboards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99555" y="5264439"/>
            <a:ext cx="494438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charts showing meeting trends, peak usage times, popular features, and system performance metrics.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25255" y="6014990"/>
            <a:ext cx="5182712" cy="789679"/>
          </a:xfrm>
          <a:custGeom>
            <a:avLst/>
            <a:gdLst/>
            <a:ahLst/>
            <a:cxnLst/>
            <a:rect l="l" t="t" r="r" b="b"/>
            <a:pathLst>
              <a:path w="5182712" h="789679">
                <a:moveTo>
                  <a:pt x="71142" y="0"/>
                </a:moveTo>
                <a:lnTo>
                  <a:pt x="5111569" y="0"/>
                </a:lnTo>
                <a:cubicBezTo>
                  <a:pt x="5150860" y="0"/>
                  <a:pt x="5182712" y="31851"/>
                  <a:pt x="5182712" y="71142"/>
                </a:cubicBezTo>
                <a:lnTo>
                  <a:pt x="5182712" y="718537"/>
                </a:lnTo>
                <a:cubicBezTo>
                  <a:pt x="5182712" y="757827"/>
                  <a:pt x="5150860" y="789679"/>
                  <a:pt x="5111569" y="789679"/>
                </a:cubicBezTo>
                <a:lnTo>
                  <a:pt x="71142" y="789679"/>
                </a:lnTo>
                <a:cubicBezTo>
                  <a:pt x="31851" y="789679"/>
                  <a:pt x="0" y="757827"/>
                  <a:pt x="0" y="718537"/>
                </a:cubicBezTo>
                <a:lnTo>
                  <a:pt x="0" y="71142"/>
                </a:lnTo>
                <a:cubicBezTo>
                  <a:pt x="0" y="31878"/>
                  <a:pt x="31878" y="0"/>
                  <a:pt x="7114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04401" y="6160837"/>
            <a:ext cx="1689628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1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45min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39972" y="6480977"/>
            <a:ext cx="161848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Duration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70685" y="6160837"/>
            <a:ext cx="1689628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1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06256" y="6480977"/>
            <a:ext cx="161848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Attendance Rate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836970" y="6160837"/>
            <a:ext cx="1689628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1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872541" y="6480977"/>
            <a:ext cx="161848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Participants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c6bfebdbaeebd1e7014968daff457c5930b5478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03" r="103"/>
          <a:stretch/>
        </p:blipFill>
        <p:spPr>
          <a:xfrm>
            <a:off x="0" y="170657"/>
            <a:ext cx="12192000" cy="685690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1"/>
            <a:ext cx="12192000" cy="7199312"/>
          </a:xfrm>
          <a:custGeom>
            <a:avLst/>
            <a:gdLst/>
            <a:ahLst/>
            <a:cxnLst/>
            <a:rect l="l" t="t" r="r" b="b"/>
            <a:pathLst>
              <a:path w="12192000" h="6856907">
                <a:moveTo>
                  <a:pt x="0" y="0"/>
                </a:moveTo>
                <a:lnTo>
                  <a:pt x="12192000" y="0"/>
                </a:lnTo>
                <a:lnTo>
                  <a:pt x="12192000" y="6856907"/>
                </a:lnTo>
                <a:lnTo>
                  <a:pt x="0" y="685690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5C6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49842" y="520499"/>
            <a:ext cx="69968" cy="419811"/>
          </a:xfrm>
          <a:custGeom>
            <a:avLst/>
            <a:gdLst/>
            <a:ahLst/>
            <a:cxnLst/>
            <a:rect l="l" t="t" r="r" b="b"/>
            <a:pathLst>
              <a:path w="69968" h="419811">
                <a:moveTo>
                  <a:pt x="0" y="0"/>
                </a:moveTo>
                <a:lnTo>
                  <a:pt x="69968" y="0"/>
                </a:lnTo>
                <a:lnTo>
                  <a:pt x="69968" y="419811"/>
                </a:lnTo>
                <a:lnTo>
                  <a:pt x="0" y="419811"/>
                </a:lnTo>
                <a:lnTo>
                  <a:pt x="0" y="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" name="Text 2"/>
          <p:cNvSpPr/>
          <p:nvPr/>
        </p:nvSpPr>
        <p:spPr>
          <a:xfrm>
            <a:off x="524764" y="520499"/>
            <a:ext cx="5265125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 &amp; References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53341" y="1258666"/>
            <a:ext cx="5595726" cy="5412059"/>
          </a:xfrm>
          <a:custGeom>
            <a:avLst/>
            <a:gdLst/>
            <a:ahLst/>
            <a:cxnLst/>
            <a:rect l="l" t="t" r="r" b="b"/>
            <a:pathLst>
              <a:path w="5595726" h="5412059">
                <a:moveTo>
                  <a:pt x="104940" y="0"/>
                </a:moveTo>
                <a:lnTo>
                  <a:pt x="5490786" y="0"/>
                </a:lnTo>
                <a:cubicBezTo>
                  <a:pt x="5548743" y="0"/>
                  <a:pt x="5595726" y="46983"/>
                  <a:pt x="5595726" y="104940"/>
                </a:cubicBezTo>
                <a:lnTo>
                  <a:pt x="5595726" y="5307119"/>
                </a:lnTo>
                <a:cubicBezTo>
                  <a:pt x="5595726" y="5365075"/>
                  <a:pt x="5548743" y="5412059"/>
                  <a:pt x="5490786" y="5412059"/>
                </a:cubicBezTo>
                <a:lnTo>
                  <a:pt x="104940" y="5412059"/>
                </a:lnTo>
                <a:cubicBezTo>
                  <a:pt x="46983" y="5412059"/>
                  <a:pt x="0" y="5365075"/>
                  <a:pt x="0" y="5307119"/>
                </a:cubicBezTo>
                <a:lnTo>
                  <a:pt x="0" y="104940"/>
                </a:lnTo>
                <a:cubicBezTo>
                  <a:pt x="0" y="47022"/>
                  <a:pt x="47022" y="0"/>
                  <a:pt x="104940" y="0"/>
                </a:cubicBezTo>
                <a:close/>
              </a:path>
            </a:pathLst>
          </a:custGeom>
          <a:solidFill>
            <a:srgbClr val="2C3238">
              <a:alpha val="7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745" y="1472068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104955" y="0"/>
                </a:moveTo>
                <a:lnTo>
                  <a:pt x="384824" y="0"/>
                </a:lnTo>
                <a:cubicBezTo>
                  <a:pt x="442789" y="0"/>
                  <a:pt x="489779" y="46990"/>
                  <a:pt x="489779" y="104955"/>
                </a:cubicBezTo>
                <a:lnTo>
                  <a:pt x="489779" y="384824"/>
                </a:lnTo>
                <a:cubicBezTo>
                  <a:pt x="489779" y="442789"/>
                  <a:pt x="442789" y="489779"/>
                  <a:pt x="384824" y="489779"/>
                </a:cubicBezTo>
                <a:lnTo>
                  <a:pt x="104955" y="489779"/>
                </a:lnTo>
                <a:cubicBezTo>
                  <a:pt x="46990" y="489779"/>
                  <a:pt x="0" y="442789"/>
                  <a:pt x="0" y="384824"/>
                </a:cubicBezTo>
                <a:lnTo>
                  <a:pt x="0" y="104955"/>
                </a:lnTo>
                <a:cubicBezTo>
                  <a:pt x="0" y="46990"/>
                  <a:pt x="46990" y="0"/>
                  <a:pt x="10495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06682" y="1612005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52476" y="131191"/>
                </a:moveTo>
                <a:lnTo>
                  <a:pt x="10044" y="131191"/>
                </a:lnTo>
                <a:cubicBezTo>
                  <a:pt x="-164" y="131191"/>
                  <a:pt x="-6437" y="120081"/>
                  <a:pt x="-1189" y="111307"/>
                </a:cubicBezTo>
                <a:lnTo>
                  <a:pt x="20499" y="75148"/>
                </a:lnTo>
                <a:cubicBezTo>
                  <a:pt x="24065" y="69203"/>
                  <a:pt x="30461" y="65595"/>
                  <a:pt x="37389" y="65595"/>
                </a:cubicBezTo>
                <a:lnTo>
                  <a:pt x="76337" y="65595"/>
                </a:lnTo>
                <a:cubicBezTo>
                  <a:pt x="107535" y="12750"/>
                  <a:pt x="154067" y="10085"/>
                  <a:pt x="185184" y="14636"/>
                </a:cubicBezTo>
                <a:cubicBezTo>
                  <a:pt x="190432" y="15415"/>
                  <a:pt x="194531" y="19515"/>
                  <a:pt x="195269" y="24721"/>
                </a:cubicBezTo>
                <a:cubicBezTo>
                  <a:pt x="199820" y="55838"/>
                  <a:pt x="197155" y="102370"/>
                  <a:pt x="144310" y="133569"/>
                </a:cubicBezTo>
                <a:lnTo>
                  <a:pt x="144310" y="172516"/>
                </a:lnTo>
                <a:cubicBezTo>
                  <a:pt x="144310" y="179444"/>
                  <a:pt x="140702" y="185840"/>
                  <a:pt x="134758" y="189407"/>
                </a:cubicBezTo>
                <a:lnTo>
                  <a:pt x="98598" y="211094"/>
                </a:lnTo>
                <a:cubicBezTo>
                  <a:pt x="89866" y="216342"/>
                  <a:pt x="78714" y="210028"/>
                  <a:pt x="78714" y="199861"/>
                </a:cubicBezTo>
                <a:lnTo>
                  <a:pt x="78714" y="157429"/>
                </a:lnTo>
                <a:cubicBezTo>
                  <a:pt x="78714" y="142957"/>
                  <a:pt x="66948" y="131191"/>
                  <a:pt x="52476" y="131191"/>
                </a:cubicBezTo>
                <a:lnTo>
                  <a:pt x="52435" y="131191"/>
                </a:lnTo>
                <a:close/>
                <a:moveTo>
                  <a:pt x="163989" y="65595"/>
                </a:moveTo>
                <a:cubicBezTo>
                  <a:pt x="163989" y="54734"/>
                  <a:pt x="155171" y="45917"/>
                  <a:pt x="144310" y="45917"/>
                </a:cubicBezTo>
                <a:cubicBezTo>
                  <a:pt x="133449" y="45917"/>
                  <a:pt x="124631" y="54734"/>
                  <a:pt x="124631" y="65595"/>
                </a:cubicBezTo>
                <a:cubicBezTo>
                  <a:pt x="124631" y="76456"/>
                  <a:pt x="133449" y="85274"/>
                  <a:pt x="144310" y="85274"/>
                </a:cubicBezTo>
                <a:cubicBezTo>
                  <a:pt x="155171" y="85274"/>
                  <a:pt x="163989" y="76456"/>
                  <a:pt x="163989" y="65595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9" name="Text 6"/>
          <p:cNvSpPr/>
          <p:nvPr/>
        </p:nvSpPr>
        <p:spPr>
          <a:xfrm>
            <a:off x="1161477" y="1577020"/>
            <a:ext cx="2134037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4236" y="2136767"/>
            <a:ext cx="5151426" cy="1014542"/>
          </a:xfrm>
          <a:custGeom>
            <a:avLst/>
            <a:gdLst/>
            <a:ahLst/>
            <a:cxnLst/>
            <a:rect l="l" t="t" r="r" b="b"/>
            <a:pathLst>
              <a:path w="5151426" h="1014542">
                <a:moveTo>
                  <a:pt x="34984" y="0"/>
                </a:moveTo>
                <a:lnTo>
                  <a:pt x="5081453" y="0"/>
                </a:lnTo>
                <a:cubicBezTo>
                  <a:pt x="5120098" y="0"/>
                  <a:pt x="5151426" y="31328"/>
                  <a:pt x="5151426" y="69973"/>
                </a:cubicBezTo>
                <a:lnTo>
                  <a:pt x="5151426" y="944569"/>
                </a:lnTo>
                <a:cubicBezTo>
                  <a:pt x="5151426" y="983214"/>
                  <a:pt x="5120098" y="1014542"/>
                  <a:pt x="5081453" y="1014542"/>
                </a:cubicBez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84236" y="2136767"/>
            <a:ext cx="34984" cy="1014542"/>
          </a:xfrm>
          <a:custGeom>
            <a:avLst/>
            <a:gdLst/>
            <a:ahLst/>
            <a:cxnLst/>
            <a:rect l="l" t="t" r="r" b="b"/>
            <a:pathLst>
              <a:path w="34984" h="1014542">
                <a:moveTo>
                  <a:pt x="34984" y="0"/>
                </a:moveTo>
                <a:lnTo>
                  <a:pt x="34984" y="0"/>
                </a:lnTo>
                <a:lnTo>
                  <a:pt x="34984" y="1014542"/>
                </a:ln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2" name="Shape 9"/>
          <p:cNvSpPr/>
          <p:nvPr/>
        </p:nvSpPr>
        <p:spPr>
          <a:xfrm>
            <a:off x="741665" y="2276704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69968" y="0"/>
                </a:moveTo>
                <a:lnTo>
                  <a:pt x="279874" y="0"/>
                </a:lnTo>
                <a:cubicBezTo>
                  <a:pt x="318490" y="0"/>
                  <a:pt x="349842" y="31352"/>
                  <a:pt x="349842" y="69968"/>
                </a:cubicBezTo>
                <a:lnTo>
                  <a:pt x="349842" y="279874"/>
                </a:lnTo>
                <a:cubicBezTo>
                  <a:pt x="349842" y="318490"/>
                  <a:pt x="318490" y="349842"/>
                  <a:pt x="279874" y="349842"/>
                </a:cubicBezTo>
                <a:lnTo>
                  <a:pt x="69968" y="349842"/>
                </a:lnTo>
                <a:cubicBezTo>
                  <a:pt x="31352" y="349842"/>
                  <a:pt x="0" y="318490"/>
                  <a:pt x="0" y="279874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46619" y="2381658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32798" y="15306"/>
                </a:moveTo>
                <a:cubicBezTo>
                  <a:pt x="32798" y="6860"/>
                  <a:pt x="39658" y="0"/>
                  <a:pt x="48103" y="0"/>
                </a:cubicBezTo>
                <a:lnTo>
                  <a:pt x="54663" y="0"/>
                </a:lnTo>
                <a:cubicBezTo>
                  <a:pt x="59501" y="0"/>
                  <a:pt x="63409" y="3908"/>
                  <a:pt x="63409" y="8746"/>
                </a:cubicBezTo>
                <a:lnTo>
                  <a:pt x="63409" y="131191"/>
                </a:lnTo>
                <a:cubicBezTo>
                  <a:pt x="63409" y="136028"/>
                  <a:pt x="59501" y="139937"/>
                  <a:pt x="54663" y="139937"/>
                </a:cubicBezTo>
                <a:lnTo>
                  <a:pt x="45917" y="139937"/>
                </a:lnTo>
                <a:cubicBezTo>
                  <a:pt x="37772" y="139937"/>
                  <a:pt x="30912" y="134361"/>
                  <a:pt x="28971" y="126818"/>
                </a:cubicBezTo>
                <a:cubicBezTo>
                  <a:pt x="28780" y="126818"/>
                  <a:pt x="28616" y="126818"/>
                  <a:pt x="28425" y="126818"/>
                </a:cubicBezTo>
                <a:cubicBezTo>
                  <a:pt x="16344" y="126818"/>
                  <a:pt x="6560" y="117033"/>
                  <a:pt x="6560" y="104953"/>
                </a:cubicBezTo>
                <a:cubicBezTo>
                  <a:pt x="6560" y="100033"/>
                  <a:pt x="8199" y="95496"/>
                  <a:pt x="10933" y="91834"/>
                </a:cubicBezTo>
                <a:cubicBezTo>
                  <a:pt x="5630" y="87843"/>
                  <a:pt x="2187" y="81502"/>
                  <a:pt x="2187" y="74341"/>
                </a:cubicBezTo>
                <a:cubicBezTo>
                  <a:pt x="2187" y="65896"/>
                  <a:pt x="6997" y="58544"/>
                  <a:pt x="13994" y="54909"/>
                </a:cubicBezTo>
                <a:cubicBezTo>
                  <a:pt x="12053" y="51629"/>
                  <a:pt x="10933" y="47803"/>
                  <a:pt x="10933" y="43730"/>
                </a:cubicBezTo>
                <a:cubicBezTo>
                  <a:pt x="10933" y="31650"/>
                  <a:pt x="20717" y="21865"/>
                  <a:pt x="32798" y="21865"/>
                </a:cubicBezTo>
                <a:lnTo>
                  <a:pt x="32798" y="15306"/>
                </a:lnTo>
                <a:close/>
                <a:moveTo>
                  <a:pt x="107139" y="15306"/>
                </a:moveTo>
                <a:lnTo>
                  <a:pt x="107139" y="21865"/>
                </a:lnTo>
                <a:cubicBezTo>
                  <a:pt x="119220" y="21865"/>
                  <a:pt x="129004" y="31650"/>
                  <a:pt x="129004" y="43730"/>
                </a:cubicBezTo>
                <a:cubicBezTo>
                  <a:pt x="129004" y="47830"/>
                  <a:pt x="127884" y="51656"/>
                  <a:pt x="125943" y="54909"/>
                </a:cubicBezTo>
                <a:cubicBezTo>
                  <a:pt x="132967" y="58544"/>
                  <a:pt x="137750" y="65869"/>
                  <a:pt x="137750" y="74341"/>
                </a:cubicBezTo>
                <a:cubicBezTo>
                  <a:pt x="137750" y="81502"/>
                  <a:pt x="134307" y="87843"/>
                  <a:pt x="129004" y="91834"/>
                </a:cubicBezTo>
                <a:cubicBezTo>
                  <a:pt x="131737" y="95496"/>
                  <a:pt x="133377" y="100033"/>
                  <a:pt x="133377" y="104953"/>
                </a:cubicBezTo>
                <a:cubicBezTo>
                  <a:pt x="133377" y="117033"/>
                  <a:pt x="123593" y="126818"/>
                  <a:pt x="111512" y="126818"/>
                </a:cubicBezTo>
                <a:cubicBezTo>
                  <a:pt x="111321" y="126818"/>
                  <a:pt x="111157" y="126818"/>
                  <a:pt x="110966" y="126818"/>
                </a:cubicBezTo>
                <a:cubicBezTo>
                  <a:pt x="109025" y="134361"/>
                  <a:pt x="102165" y="139937"/>
                  <a:pt x="94020" y="139937"/>
                </a:cubicBezTo>
                <a:lnTo>
                  <a:pt x="85274" y="139937"/>
                </a:lnTo>
                <a:cubicBezTo>
                  <a:pt x="80436" y="139937"/>
                  <a:pt x="76528" y="136028"/>
                  <a:pt x="76528" y="131191"/>
                </a:cubicBezTo>
                <a:lnTo>
                  <a:pt x="76528" y="8746"/>
                </a:lnTo>
                <a:cubicBezTo>
                  <a:pt x="76528" y="3908"/>
                  <a:pt x="80436" y="0"/>
                  <a:pt x="85274" y="0"/>
                </a:cubicBezTo>
                <a:lnTo>
                  <a:pt x="91834" y="0"/>
                </a:lnTo>
                <a:cubicBezTo>
                  <a:pt x="100279" y="0"/>
                  <a:pt x="107139" y="6860"/>
                  <a:pt x="107139" y="15306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14" name="Text 11"/>
          <p:cNvSpPr/>
          <p:nvPr/>
        </p:nvSpPr>
        <p:spPr>
          <a:xfrm>
            <a:off x="1196460" y="2276704"/>
            <a:ext cx="447798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Video Summarization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96460" y="2556579"/>
            <a:ext cx="4469234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generation of session highlights, key topic extraction, and searchable transcript creation using NLP models.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4236" y="3291247"/>
            <a:ext cx="5151426" cy="1014542"/>
          </a:xfrm>
          <a:custGeom>
            <a:avLst/>
            <a:gdLst/>
            <a:ahLst/>
            <a:cxnLst/>
            <a:rect l="l" t="t" r="r" b="b"/>
            <a:pathLst>
              <a:path w="5151426" h="1014542">
                <a:moveTo>
                  <a:pt x="34984" y="0"/>
                </a:moveTo>
                <a:lnTo>
                  <a:pt x="5081453" y="0"/>
                </a:lnTo>
                <a:cubicBezTo>
                  <a:pt x="5120098" y="0"/>
                  <a:pt x="5151426" y="31328"/>
                  <a:pt x="5151426" y="69973"/>
                </a:cubicBezTo>
                <a:lnTo>
                  <a:pt x="5151426" y="944569"/>
                </a:lnTo>
                <a:cubicBezTo>
                  <a:pt x="5151426" y="983214"/>
                  <a:pt x="5120098" y="1014542"/>
                  <a:pt x="5081453" y="1014542"/>
                </a:cubicBez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84236" y="3291247"/>
            <a:ext cx="34984" cy="1014542"/>
          </a:xfrm>
          <a:custGeom>
            <a:avLst/>
            <a:gdLst/>
            <a:ahLst/>
            <a:cxnLst/>
            <a:rect l="l" t="t" r="r" b="b"/>
            <a:pathLst>
              <a:path w="34984" h="1014542">
                <a:moveTo>
                  <a:pt x="34984" y="0"/>
                </a:moveTo>
                <a:lnTo>
                  <a:pt x="34984" y="0"/>
                </a:lnTo>
                <a:lnTo>
                  <a:pt x="34984" y="1014542"/>
                </a:ln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8" name="Shape 15"/>
          <p:cNvSpPr/>
          <p:nvPr/>
        </p:nvSpPr>
        <p:spPr>
          <a:xfrm>
            <a:off x="741665" y="3431183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69968" y="0"/>
                </a:moveTo>
                <a:lnTo>
                  <a:pt x="279874" y="0"/>
                </a:lnTo>
                <a:cubicBezTo>
                  <a:pt x="318490" y="0"/>
                  <a:pt x="349842" y="31352"/>
                  <a:pt x="349842" y="69968"/>
                </a:cubicBezTo>
                <a:lnTo>
                  <a:pt x="349842" y="279874"/>
                </a:lnTo>
                <a:cubicBezTo>
                  <a:pt x="349842" y="318490"/>
                  <a:pt x="318490" y="349842"/>
                  <a:pt x="279874" y="349842"/>
                </a:cubicBezTo>
                <a:lnTo>
                  <a:pt x="69968" y="349842"/>
                </a:lnTo>
                <a:cubicBezTo>
                  <a:pt x="31352" y="349842"/>
                  <a:pt x="0" y="318490"/>
                  <a:pt x="0" y="279874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37873" y="3536137"/>
            <a:ext cx="157429" cy="139937"/>
          </a:xfrm>
          <a:custGeom>
            <a:avLst/>
            <a:gdLst/>
            <a:ahLst/>
            <a:cxnLst/>
            <a:rect l="l" t="t" r="r" b="b"/>
            <a:pathLst>
              <a:path w="157429" h="139937">
                <a:moveTo>
                  <a:pt x="26238" y="17492"/>
                </a:moveTo>
                <a:cubicBezTo>
                  <a:pt x="16590" y="17492"/>
                  <a:pt x="8746" y="25336"/>
                  <a:pt x="8746" y="34984"/>
                </a:cubicBezTo>
                <a:lnTo>
                  <a:pt x="8746" y="104953"/>
                </a:lnTo>
                <a:cubicBezTo>
                  <a:pt x="3908" y="104953"/>
                  <a:pt x="0" y="108861"/>
                  <a:pt x="0" y="113699"/>
                </a:cubicBezTo>
                <a:cubicBezTo>
                  <a:pt x="0" y="118536"/>
                  <a:pt x="3908" y="122445"/>
                  <a:pt x="8746" y="122445"/>
                </a:cubicBezTo>
                <a:lnTo>
                  <a:pt x="148683" y="122445"/>
                </a:lnTo>
                <a:cubicBezTo>
                  <a:pt x="153521" y="122445"/>
                  <a:pt x="157429" y="118536"/>
                  <a:pt x="157429" y="113699"/>
                </a:cubicBezTo>
                <a:cubicBezTo>
                  <a:pt x="157429" y="108861"/>
                  <a:pt x="153521" y="104953"/>
                  <a:pt x="148683" y="104953"/>
                </a:cubicBezTo>
                <a:lnTo>
                  <a:pt x="148683" y="34984"/>
                </a:lnTo>
                <a:cubicBezTo>
                  <a:pt x="148683" y="25336"/>
                  <a:pt x="140839" y="17492"/>
                  <a:pt x="131191" y="17492"/>
                </a:cubicBezTo>
                <a:lnTo>
                  <a:pt x="26238" y="17492"/>
                </a:lnTo>
                <a:close/>
                <a:moveTo>
                  <a:pt x="131191" y="104953"/>
                </a:moveTo>
                <a:lnTo>
                  <a:pt x="113699" y="104953"/>
                </a:lnTo>
                <a:lnTo>
                  <a:pt x="113699" y="96207"/>
                </a:lnTo>
                <a:cubicBezTo>
                  <a:pt x="113699" y="91369"/>
                  <a:pt x="109790" y="87461"/>
                  <a:pt x="104953" y="87461"/>
                </a:cubicBezTo>
                <a:lnTo>
                  <a:pt x="78714" y="87461"/>
                </a:lnTo>
                <a:cubicBezTo>
                  <a:pt x="73877" y="87461"/>
                  <a:pt x="69968" y="91369"/>
                  <a:pt x="69968" y="96207"/>
                </a:cubicBezTo>
                <a:lnTo>
                  <a:pt x="69968" y="104953"/>
                </a:lnTo>
                <a:lnTo>
                  <a:pt x="26238" y="104953"/>
                </a:lnTo>
                <a:lnTo>
                  <a:pt x="26238" y="34984"/>
                </a:lnTo>
                <a:lnTo>
                  <a:pt x="131191" y="34984"/>
                </a:lnTo>
                <a:lnTo>
                  <a:pt x="131191" y="104953"/>
                </a:ln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0" name="Text 17"/>
          <p:cNvSpPr/>
          <p:nvPr/>
        </p:nvSpPr>
        <p:spPr>
          <a:xfrm>
            <a:off x="1196460" y="3431183"/>
            <a:ext cx="447798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Whiteboard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96460" y="3711058"/>
            <a:ext cx="4469234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collaborative drawing canvas with shape tools, text annotations, and multi-user simultaneous editing capabilities.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84236" y="4445726"/>
            <a:ext cx="5151426" cy="1014542"/>
          </a:xfrm>
          <a:custGeom>
            <a:avLst/>
            <a:gdLst/>
            <a:ahLst/>
            <a:cxnLst/>
            <a:rect l="l" t="t" r="r" b="b"/>
            <a:pathLst>
              <a:path w="5151426" h="1014542">
                <a:moveTo>
                  <a:pt x="34984" y="0"/>
                </a:moveTo>
                <a:lnTo>
                  <a:pt x="5081453" y="0"/>
                </a:lnTo>
                <a:cubicBezTo>
                  <a:pt x="5120098" y="0"/>
                  <a:pt x="5151426" y="31328"/>
                  <a:pt x="5151426" y="69973"/>
                </a:cubicBezTo>
                <a:lnTo>
                  <a:pt x="5151426" y="944569"/>
                </a:lnTo>
                <a:cubicBezTo>
                  <a:pt x="5151426" y="983214"/>
                  <a:pt x="5120098" y="1014542"/>
                  <a:pt x="5081453" y="1014542"/>
                </a:cubicBez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84236" y="4445726"/>
            <a:ext cx="34984" cy="1014542"/>
          </a:xfrm>
          <a:custGeom>
            <a:avLst/>
            <a:gdLst/>
            <a:ahLst/>
            <a:cxnLst/>
            <a:rect l="l" t="t" r="r" b="b"/>
            <a:pathLst>
              <a:path w="34984" h="1014542">
                <a:moveTo>
                  <a:pt x="34984" y="0"/>
                </a:moveTo>
                <a:lnTo>
                  <a:pt x="34984" y="0"/>
                </a:lnTo>
                <a:lnTo>
                  <a:pt x="34984" y="1014542"/>
                </a:lnTo>
                <a:lnTo>
                  <a:pt x="34984" y="1014542"/>
                </a:lnTo>
                <a:cubicBezTo>
                  <a:pt x="15663" y="1014542"/>
                  <a:pt x="0" y="998879"/>
                  <a:pt x="0" y="97955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4" name="Shape 21"/>
          <p:cNvSpPr/>
          <p:nvPr/>
        </p:nvSpPr>
        <p:spPr>
          <a:xfrm>
            <a:off x="741665" y="4585663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69968" y="0"/>
                </a:moveTo>
                <a:lnTo>
                  <a:pt x="279874" y="0"/>
                </a:lnTo>
                <a:cubicBezTo>
                  <a:pt x="318490" y="0"/>
                  <a:pt x="349842" y="31352"/>
                  <a:pt x="349842" y="69968"/>
                </a:cubicBezTo>
                <a:lnTo>
                  <a:pt x="349842" y="279874"/>
                </a:lnTo>
                <a:cubicBezTo>
                  <a:pt x="349842" y="318490"/>
                  <a:pt x="318490" y="349842"/>
                  <a:pt x="279874" y="349842"/>
                </a:cubicBezTo>
                <a:lnTo>
                  <a:pt x="69968" y="349842"/>
                </a:lnTo>
                <a:cubicBezTo>
                  <a:pt x="31352" y="349842"/>
                  <a:pt x="0" y="318490"/>
                  <a:pt x="0" y="279874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7D8A93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64111" y="4690616"/>
            <a:ext cx="104953" cy="139937"/>
          </a:xfrm>
          <a:custGeom>
            <a:avLst/>
            <a:gdLst/>
            <a:ahLst/>
            <a:cxnLst/>
            <a:rect l="l" t="t" r="r" b="b"/>
            <a:pathLst>
              <a:path w="104953" h="139937">
                <a:moveTo>
                  <a:pt x="4373" y="17492"/>
                </a:moveTo>
                <a:cubicBezTo>
                  <a:pt x="4373" y="7844"/>
                  <a:pt x="12217" y="0"/>
                  <a:pt x="21865" y="0"/>
                </a:cubicBezTo>
                <a:lnTo>
                  <a:pt x="83088" y="0"/>
                </a:lnTo>
                <a:cubicBezTo>
                  <a:pt x="92736" y="0"/>
                  <a:pt x="100580" y="7844"/>
                  <a:pt x="100580" y="17492"/>
                </a:cubicBezTo>
                <a:lnTo>
                  <a:pt x="100580" y="122445"/>
                </a:lnTo>
                <a:cubicBezTo>
                  <a:pt x="100580" y="132093"/>
                  <a:pt x="92736" y="139937"/>
                  <a:pt x="83088" y="139937"/>
                </a:cubicBezTo>
                <a:lnTo>
                  <a:pt x="21865" y="139937"/>
                </a:lnTo>
                <a:cubicBezTo>
                  <a:pt x="12217" y="139937"/>
                  <a:pt x="4373" y="132093"/>
                  <a:pt x="4373" y="122445"/>
                </a:cubicBezTo>
                <a:lnTo>
                  <a:pt x="4373" y="17492"/>
                </a:lnTo>
                <a:close/>
                <a:moveTo>
                  <a:pt x="21865" y="17492"/>
                </a:moveTo>
                <a:lnTo>
                  <a:pt x="21865" y="100580"/>
                </a:lnTo>
                <a:lnTo>
                  <a:pt x="83088" y="100580"/>
                </a:lnTo>
                <a:lnTo>
                  <a:pt x="83088" y="17492"/>
                </a:lnTo>
                <a:lnTo>
                  <a:pt x="21865" y="17492"/>
                </a:lnTo>
                <a:close/>
                <a:moveTo>
                  <a:pt x="52476" y="129004"/>
                </a:moveTo>
                <a:cubicBezTo>
                  <a:pt x="57314" y="129004"/>
                  <a:pt x="61222" y="125096"/>
                  <a:pt x="61222" y="120258"/>
                </a:cubicBezTo>
                <a:cubicBezTo>
                  <a:pt x="61222" y="115421"/>
                  <a:pt x="57314" y="111512"/>
                  <a:pt x="52476" y="111512"/>
                </a:cubicBezTo>
                <a:cubicBezTo>
                  <a:pt x="47639" y="111512"/>
                  <a:pt x="43730" y="115421"/>
                  <a:pt x="43730" y="120258"/>
                </a:cubicBezTo>
                <a:cubicBezTo>
                  <a:pt x="43730" y="125096"/>
                  <a:pt x="47639" y="129004"/>
                  <a:pt x="52476" y="129004"/>
                </a:cubicBezTo>
                <a:close/>
              </a:path>
            </a:pathLst>
          </a:custGeom>
          <a:solidFill>
            <a:srgbClr val="7D8A93"/>
          </a:solidFill>
          <a:ln/>
        </p:spPr>
      </p:sp>
      <p:sp>
        <p:nvSpPr>
          <p:cNvPr id="26" name="Text 23"/>
          <p:cNvSpPr/>
          <p:nvPr/>
        </p:nvSpPr>
        <p:spPr>
          <a:xfrm>
            <a:off x="1196460" y="4585663"/>
            <a:ext cx="447798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Optimization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96460" y="4865537"/>
            <a:ext cx="4469234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iOS and Android applications with responsive design, push notifications, and optimized video streaming for mobile networks.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38451" y="1258665"/>
            <a:ext cx="5595726" cy="3120592"/>
          </a:xfrm>
          <a:custGeom>
            <a:avLst/>
            <a:gdLst/>
            <a:ahLst/>
            <a:cxnLst/>
            <a:rect l="l" t="t" r="r" b="b"/>
            <a:pathLst>
              <a:path w="5595726" h="3120592">
                <a:moveTo>
                  <a:pt x="104946" y="0"/>
                </a:moveTo>
                <a:lnTo>
                  <a:pt x="5490780" y="0"/>
                </a:lnTo>
                <a:cubicBezTo>
                  <a:pt x="5548740" y="0"/>
                  <a:pt x="5595726" y="46986"/>
                  <a:pt x="5595726" y="104946"/>
                </a:cubicBezTo>
                <a:lnTo>
                  <a:pt x="5595726" y="3015647"/>
                </a:lnTo>
                <a:cubicBezTo>
                  <a:pt x="5595726" y="3073607"/>
                  <a:pt x="5548740" y="3120592"/>
                  <a:pt x="5490780" y="3120592"/>
                </a:cubicBezTo>
                <a:lnTo>
                  <a:pt x="104946" y="3120592"/>
                </a:lnTo>
                <a:cubicBezTo>
                  <a:pt x="46986" y="3120592"/>
                  <a:pt x="0" y="3073607"/>
                  <a:pt x="0" y="3015647"/>
                </a:cubicBezTo>
                <a:lnTo>
                  <a:pt x="0" y="104946"/>
                </a:lnTo>
                <a:cubicBezTo>
                  <a:pt x="0" y="47025"/>
                  <a:pt x="47025" y="0"/>
                  <a:pt x="104946" y="0"/>
                </a:cubicBezTo>
                <a:close/>
              </a:path>
            </a:pathLst>
          </a:custGeom>
          <a:solidFill>
            <a:srgbClr val="2C3238">
              <a:alpha val="7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51856" y="1472068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104955" y="0"/>
                </a:moveTo>
                <a:lnTo>
                  <a:pt x="384824" y="0"/>
                </a:lnTo>
                <a:cubicBezTo>
                  <a:pt x="442789" y="0"/>
                  <a:pt x="489779" y="46990"/>
                  <a:pt x="489779" y="104955"/>
                </a:cubicBezTo>
                <a:lnTo>
                  <a:pt x="489779" y="384824"/>
                </a:lnTo>
                <a:cubicBezTo>
                  <a:pt x="489779" y="442789"/>
                  <a:pt x="442789" y="489779"/>
                  <a:pt x="384824" y="489779"/>
                </a:cubicBezTo>
                <a:lnTo>
                  <a:pt x="104955" y="489779"/>
                </a:lnTo>
                <a:cubicBezTo>
                  <a:pt x="46990" y="489779"/>
                  <a:pt x="0" y="442789"/>
                  <a:pt x="0" y="384824"/>
                </a:cubicBezTo>
                <a:lnTo>
                  <a:pt x="0" y="104955"/>
                </a:lnTo>
                <a:cubicBezTo>
                  <a:pt x="0" y="46990"/>
                  <a:pt x="46990" y="0"/>
                  <a:pt x="104955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604912" y="1612005"/>
            <a:ext cx="183667" cy="209905"/>
          </a:xfrm>
          <a:custGeom>
            <a:avLst/>
            <a:gdLst/>
            <a:ahLst/>
            <a:cxnLst/>
            <a:rect l="l" t="t" r="r" b="b"/>
            <a:pathLst>
              <a:path w="183667" h="209905">
                <a:moveTo>
                  <a:pt x="157429" y="209905"/>
                </a:moveTo>
                <a:lnTo>
                  <a:pt x="39357" y="209905"/>
                </a:lnTo>
                <a:cubicBezTo>
                  <a:pt x="17629" y="209905"/>
                  <a:pt x="0" y="192277"/>
                  <a:pt x="0" y="170548"/>
                </a:cubicBezTo>
                <a:lnTo>
                  <a:pt x="0" y="39357"/>
                </a:lnTo>
                <a:cubicBezTo>
                  <a:pt x="0" y="17629"/>
                  <a:pt x="17629" y="0"/>
                  <a:pt x="39357" y="0"/>
                </a:cubicBezTo>
                <a:lnTo>
                  <a:pt x="163989" y="0"/>
                </a:lnTo>
                <a:cubicBezTo>
                  <a:pt x="174853" y="0"/>
                  <a:pt x="183667" y="8814"/>
                  <a:pt x="183667" y="19679"/>
                </a:cubicBezTo>
                <a:lnTo>
                  <a:pt x="183667" y="137750"/>
                </a:lnTo>
                <a:cubicBezTo>
                  <a:pt x="183667" y="146319"/>
                  <a:pt x="178174" y="153616"/>
                  <a:pt x="170548" y="156322"/>
                </a:cubicBezTo>
                <a:lnTo>
                  <a:pt x="170548" y="183667"/>
                </a:lnTo>
                <a:cubicBezTo>
                  <a:pt x="177805" y="183667"/>
                  <a:pt x="183667" y="189530"/>
                  <a:pt x="183667" y="196786"/>
                </a:cubicBezTo>
                <a:cubicBezTo>
                  <a:pt x="183667" y="204043"/>
                  <a:pt x="177805" y="209905"/>
                  <a:pt x="170548" y="209905"/>
                </a:cubicBezTo>
                <a:lnTo>
                  <a:pt x="157429" y="209905"/>
                </a:lnTo>
                <a:close/>
                <a:moveTo>
                  <a:pt x="39357" y="157429"/>
                </a:moveTo>
                <a:cubicBezTo>
                  <a:pt x="32101" y="157429"/>
                  <a:pt x="26238" y="163292"/>
                  <a:pt x="26238" y="170548"/>
                </a:cubicBezTo>
                <a:cubicBezTo>
                  <a:pt x="26238" y="177805"/>
                  <a:pt x="32101" y="183667"/>
                  <a:pt x="39357" y="183667"/>
                </a:cubicBezTo>
                <a:lnTo>
                  <a:pt x="144310" y="183667"/>
                </a:lnTo>
                <a:lnTo>
                  <a:pt x="144310" y="157429"/>
                </a:lnTo>
                <a:lnTo>
                  <a:pt x="39357" y="157429"/>
                </a:lnTo>
                <a:close/>
                <a:moveTo>
                  <a:pt x="52476" y="62316"/>
                </a:moveTo>
                <a:cubicBezTo>
                  <a:pt x="52476" y="67768"/>
                  <a:pt x="56863" y="72155"/>
                  <a:pt x="62316" y="72155"/>
                </a:cubicBezTo>
                <a:lnTo>
                  <a:pt x="134471" y="72155"/>
                </a:lnTo>
                <a:cubicBezTo>
                  <a:pt x="139923" y="72155"/>
                  <a:pt x="144310" y="67768"/>
                  <a:pt x="144310" y="62316"/>
                </a:cubicBezTo>
                <a:cubicBezTo>
                  <a:pt x="144310" y="56863"/>
                  <a:pt x="139923" y="52476"/>
                  <a:pt x="134471" y="52476"/>
                </a:cubicBezTo>
                <a:lnTo>
                  <a:pt x="62316" y="52476"/>
                </a:lnTo>
                <a:cubicBezTo>
                  <a:pt x="56863" y="52476"/>
                  <a:pt x="52476" y="56863"/>
                  <a:pt x="52476" y="62316"/>
                </a:cubicBezTo>
                <a:close/>
                <a:moveTo>
                  <a:pt x="62316" y="91834"/>
                </a:moveTo>
                <a:cubicBezTo>
                  <a:pt x="56863" y="91834"/>
                  <a:pt x="52476" y="96220"/>
                  <a:pt x="52476" y="101673"/>
                </a:cubicBezTo>
                <a:cubicBezTo>
                  <a:pt x="52476" y="107126"/>
                  <a:pt x="56863" y="111512"/>
                  <a:pt x="62316" y="111512"/>
                </a:cubicBezTo>
                <a:lnTo>
                  <a:pt x="134471" y="111512"/>
                </a:lnTo>
                <a:cubicBezTo>
                  <a:pt x="139923" y="111512"/>
                  <a:pt x="144310" y="107126"/>
                  <a:pt x="144310" y="101673"/>
                </a:cubicBezTo>
                <a:cubicBezTo>
                  <a:pt x="144310" y="96220"/>
                  <a:pt x="139923" y="91834"/>
                  <a:pt x="134471" y="91834"/>
                </a:cubicBezTo>
                <a:lnTo>
                  <a:pt x="62316" y="91834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31" name="Text 28"/>
          <p:cNvSpPr/>
          <p:nvPr/>
        </p:nvSpPr>
        <p:spPr>
          <a:xfrm>
            <a:off x="7046588" y="1577020"/>
            <a:ext cx="2099053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References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51855" y="2136767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6572333" y="2189245"/>
            <a:ext cx="96207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836681" y="2136768"/>
            <a:ext cx="480158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 Documentation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836681" y="2346674"/>
            <a:ext cx="479283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Official reference guide for Spring Boot 3.2, WebFlux, and reactive programming patterns.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51855" y="2626546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6560526" y="2679024"/>
            <a:ext cx="12244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836681" y="2626547"/>
            <a:ext cx="4854060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OpenVidu Architecture Guide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836681" y="2836452"/>
            <a:ext cx="4845314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media server configuration, session management, and deployment best practices.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451855" y="3291247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6558995" y="3343724"/>
            <a:ext cx="13119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836681" y="3291248"/>
            <a:ext cx="4819076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LiveKit Documentation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836681" y="3501153"/>
            <a:ext cx="481033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signaling protocols, participant management, and scalable infrastructure design.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451855" y="3781026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E0B45C">
              <a:alpha val="2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6560635" y="3833503"/>
            <a:ext cx="12244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0B4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836682" y="3781027"/>
            <a:ext cx="4696631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&amp; Containerization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836682" y="3990932"/>
            <a:ext cx="4687885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orchestration, microservices deployment, and DevOps automation strategies.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238451" y="4596166"/>
            <a:ext cx="5595726" cy="1904891"/>
          </a:xfrm>
          <a:custGeom>
            <a:avLst/>
            <a:gdLst/>
            <a:ahLst/>
            <a:cxnLst/>
            <a:rect l="l" t="t" r="r" b="b"/>
            <a:pathLst>
              <a:path w="5595726" h="1904891">
                <a:moveTo>
                  <a:pt x="104959" y="0"/>
                </a:moveTo>
                <a:lnTo>
                  <a:pt x="5490766" y="0"/>
                </a:lnTo>
                <a:cubicBezTo>
                  <a:pt x="5548734" y="0"/>
                  <a:pt x="5595726" y="46992"/>
                  <a:pt x="5595726" y="104959"/>
                </a:cubicBezTo>
                <a:lnTo>
                  <a:pt x="5595726" y="1799931"/>
                </a:lnTo>
                <a:cubicBezTo>
                  <a:pt x="5595726" y="1857899"/>
                  <a:pt x="5548734" y="1904891"/>
                  <a:pt x="5490766" y="1904891"/>
                </a:cubicBezTo>
                <a:lnTo>
                  <a:pt x="104959" y="1904891"/>
                </a:lnTo>
                <a:cubicBezTo>
                  <a:pt x="46992" y="1904891"/>
                  <a:pt x="0" y="1857899"/>
                  <a:pt x="0" y="1799931"/>
                </a:cubicBezTo>
                <a:lnTo>
                  <a:pt x="0" y="104959"/>
                </a:lnTo>
                <a:cubicBezTo>
                  <a:pt x="0" y="46992"/>
                  <a:pt x="46992" y="0"/>
                  <a:pt x="104959" y="0"/>
                </a:cubicBezTo>
                <a:close/>
              </a:path>
            </a:pathLst>
          </a:custGeom>
          <a:gradFill flip="none" rotWithShape="1">
            <a:gsLst>
              <a:gs pos="0">
                <a:srgbClr val="E0B45C">
                  <a:alpha val="20000"/>
                </a:srgbClr>
              </a:gs>
              <a:gs pos="100000">
                <a:srgbClr val="4A5C6A">
                  <a:alpha val="20000"/>
                </a:srgbClr>
              </a:gs>
            </a:gsLst>
            <a:lin ang="0" scaled="1"/>
          </a:gradFill>
          <a:ln w="10160">
            <a:solidFill>
              <a:srgbClr val="E0B45C">
                <a:alpha val="30196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860410" y="4809567"/>
            <a:ext cx="354215" cy="314858"/>
          </a:xfrm>
          <a:custGeom>
            <a:avLst/>
            <a:gdLst/>
            <a:ahLst/>
            <a:cxnLst/>
            <a:rect l="l" t="t" r="r" b="b"/>
            <a:pathLst>
              <a:path w="354215" h="314858">
                <a:moveTo>
                  <a:pt x="29518" y="120409"/>
                </a:moveTo>
                <a:lnTo>
                  <a:pt x="158167" y="173356"/>
                </a:lnTo>
                <a:cubicBezTo>
                  <a:pt x="164194" y="175816"/>
                  <a:pt x="170589" y="177108"/>
                  <a:pt x="177108" y="177108"/>
                </a:cubicBezTo>
                <a:cubicBezTo>
                  <a:pt x="183626" y="177108"/>
                  <a:pt x="190022" y="175816"/>
                  <a:pt x="196048" y="173356"/>
                </a:cubicBezTo>
                <a:lnTo>
                  <a:pt x="345114" y="111984"/>
                </a:lnTo>
                <a:cubicBezTo>
                  <a:pt x="350648" y="109708"/>
                  <a:pt x="354215" y="104358"/>
                  <a:pt x="354215" y="98393"/>
                </a:cubicBezTo>
                <a:cubicBezTo>
                  <a:pt x="354215" y="92428"/>
                  <a:pt x="350648" y="87078"/>
                  <a:pt x="345114" y="84803"/>
                </a:cubicBezTo>
                <a:lnTo>
                  <a:pt x="196048" y="23430"/>
                </a:lnTo>
                <a:cubicBezTo>
                  <a:pt x="190022" y="20970"/>
                  <a:pt x="183626" y="19679"/>
                  <a:pt x="177108" y="19679"/>
                </a:cubicBezTo>
                <a:cubicBezTo>
                  <a:pt x="170589" y="19679"/>
                  <a:pt x="164194" y="20970"/>
                  <a:pt x="158167" y="23430"/>
                </a:cubicBezTo>
                <a:lnTo>
                  <a:pt x="9101" y="84803"/>
                </a:lnTo>
                <a:cubicBezTo>
                  <a:pt x="3567" y="87078"/>
                  <a:pt x="0" y="92428"/>
                  <a:pt x="0" y="98393"/>
                </a:cubicBezTo>
                <a:lnTo>
                  <a:pt x="0" y="280420"/>
                </a:lnTo>
                <a:cubicBezTo>
                  <a:pt x="0" y="288599"/>
                  <a:pt x="6580" y="295179"/>
                  <a:pt x="14759" y="295179"/>
                </a:cubicBezTo>
                <a:cubicBezTo>
                  <a:pt x="22938" y="295179"/>
                  <a:pt x="29518" y="288599"/>
                  <a:pt x="29518" y="280420"/>
                </a:cubicBezTo>
                <a:lnTo>
                  <a:pt x="29518" y="120409"/>
                </a:lnTo>
                <a:close/>
                <a:moveTo>
                  <a:pt x="59036" y="164501"/>
                </a:moveTo>
                <a:lnTo>
                  <a:pt x="59036" y="236143"/>
                </a:lnTo>
                <a:cubicBezTo>
                  <a:pt x="59036" y="268736"/>
                  <a:pt x="111922" y="295179"/>
                  <a:pt x="177108" y="295179"/>
                </a:cubicBezTo>
                <a:cubicBezTo>
                  <a:pt x="242293" y="295179"/>
                  <a:pt x="295179" y="268736"/>
                  <a:pt x="295179" y="236143"/>
                </a:cubicBezTo>
                <a:lnTo>
                  <a:pt x="295179" y="164439"/>
                </a:lnTo>
                <a:lnTo>
                  <a:pt x="207302" y="200660"/>
                </a:lnTo>
                <a:cubicBezTo>
                  <a:pt x="197709" y="204596"/>
                  <a:pt x="187500" y="206626"/>
                  <a:pt x="177108" y="206626"/>
                </a:cubicBezTo>
                <a:cubicBezTo>
                  <a:pt x="166715" y="206626"/>
                  <a:pt x="156507" y="204596"/>
                  <a:pt x="146913" y="200660"/>
                </a:cubicBezTo>
                <a:lnTo>
                  <a:pt x="59036" y="164439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0" name="Text 47"/>
          <p:cNvSpPr/>
          <p:nvPr/>
        </p:nvSpPr>
        <p:spPr>
          <a:xfrm>
            <a:off x="6386261" y="5271357"/>
            <a:ext cx="5300109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6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412499" y="5691167"/>
            <a:ext cx="5247633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0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034562" y="6110979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13119" y="17492"/>
                </a:moveTo>
                <a:cubicBezTo>
                  <a:pt x="5876" y="17492"/>
                  <a:pt x="0" y="23368"/>
                  <a:pt x="0" y="30611"/>
                </a:cubicBezTo>
                <a:cubicBezTo>
                  <a:pt x="0" y="34738"/>
                  <a:pt x="1941" y="38619"/>
                  <a:pt x="5248" y="41106"/>
                </a:cubicBezTo>
                <a:lnTo>
                  <a:pt x="62097" y="83743"/>
                </a:lnTo>
                <a:cubicBezTo>
                  <a:pt x="66771" y="87242"/>
                  <a:pt x="73166" y="87242"/>
                  <a:pt x="77840" y="83743"/>
                </a:cubicBezTo>
                <a:lnTo>
                  <a:pt x="134689" y="41106"/>
                </a:lnTo>
                <a:cubicBezTo>
                  <a:pt x="137996" y="38619"/>
                  <a:pt x="139937" y="34738"/>
                  <a:pt x="139937" y="30611"/>
                </a:cubicBezTo>
                <a:cubicBezTo>
                  <a:pt x="139937" y="23368"/>
                  <a:pt x="134061" y="17492"/>
                  <a:pt x="126818" y="17492"/>
                </a:cubicBezTo>
                <a:lnTo>
                  <a:pt x="13119" y="17492"/>
                </a:lnTo>
                <a:close/>
                <a:moveTo>
                  <a:pt x="0" y="53570"/>
                </a:moveTo>
                <a:lnTo>
                  <a:pt x="0" y="104953"/>
                </a:lnTo>
                <a:cubicBezTo>
                  <a:pt x="0" y="114601"/>
                  <a:pt x="7844" y="122445"/>
                  <a:pt x="17492" y="122445"/>
                </a:cubicBezTo>
                <a:lnTo>
                  <a:pt x="122445" y="122445"/>
                </a:lnTo>
                <a:cubicBezTo>
                  <a:pt x="132093" y="122445"/>
                  <a:pt x="139937" y="114601"/>
                  <a:pt x="139937" y="104953"/>
                </a:cubicBezTo>
                <a:lnTo>
                  <a:pt x="139937" y="53570"/>
                </a:lnTo>
                <a:lnTo>
                  <a:pt x="85711" y="94239"/>
                </a:lnTo>
                <a:cubicBezTo>
                  <a:pt x="76391" y="101236"/>
                  <a:pt x="63546" y="101236"/>
                  <a:pt x="54226" y="94239"/>
                </a:cubicBezTo>
                <a:lnTo>
                  <a:pt x="0" y="53570"/>
                </a:ln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3" name="Text 50"/>
          <p:cNvSpPr/>
          <p:nvPr/>
        </p:nvSpPr>
        <p:spPr>
          <a:xfrm>
            <a:off x="7226975" y="6075995"/>
            <a:ext cx="178419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vedu.project@university.edu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9202818" y="6110979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47529" y="108615"/>
                </a:moveTo>
                <a:cubicBezTo>
                  <a:pt x="47529" y="109162"/>
                  <a:pt x="46901" y="109599"/>
                  <a:pt x="46108" y="109599"/>
                </a:cubicBezTo>
                <a:cubicBezTo>
                  <a:pt x="45206" y="109681"/>
                  <a:pt x="44578" y="109244"/>
                  <a:pt x="44578" y="108615"/>
                </a:cubicBezTo>
                <a:cubicBezTo>
                  <a:pt x="44578" y="108068"/>
                  <a:pt x="45206" y="107631"/>
                  <a:pt x="45999" y="107631"/>
                </a:cubicBezTo>
                <a:cubicBezTo>
                  <a:pt x="46819" y="107549"/>
                  <a:pt x="47529" y="107986"/>
                  <a:pt x="47529" y="108615"/>
                </a:cubicBezTo>
                <a:close/>
                <a:moveTo>
                  <a:pt x="39029" y="107385"/>
                </a:moveTo>
                <a:cubicBezTo>
                  <a:pt x="38838" y="107932"/>
                  <a:pt x="39385" y="108560"/>
                  <a:pt x="40205" y="108724"/>
                </a:cubicBezTo>
                <a:cubicBezTo>
                  <a:pt x="40915" y="108998"/>
                  <a:pt x="41735" y="108724"/>
                  <a:pt x="41899" y="108178"/>
                </a:cubicBezTo>
                <a:cubicBezTo>
                  <a:pt x="42063" y="107631"/>
                  <a:pt x="41544" y="107003"/>
                  <a:pt x="40724" y="106757"/>
                </a:cubicBezTo>
                <a:cubicBezTo>
                  <a:pt x="40013" y="106565"/>
                  <a:pt x="39221" y="106839"/>
                  <a:pt x="39029" y="107385"/>
                </a:cubicBezTo>
                <a:close/>
                <a:moveTo>
                  <a:pt x="51110" y="106921"/>
                </a:moveTo>
                <a:cubicBezTo>
                  <a:pt x="50317" y="107112"/>
                  <a:pt x="49771" y="107631"/>
                  <a:pt x="49853" y="108260"/>
                </a:cubicBezTo>
                <a:cubicBezTo>
                  <a:pt x="49935" y="108806"/>
                  <a:pt x="50645" y="109162"/>
                  <a:pt x="51465" y="108970"/>
                </a:cubicBezTo>
                <a:cubicBezTo>
                  <a:pt x="52258" y="108779"/>
                  <a:pt x="52804" y="108260"/>
                  <a:pt x="52722" y="107713"/>
                </a:cubicBezTo>
                <a:cubicBezTo>
                  <a:pt x="52640" y="107194"/>
                  <a:pt x="51902" y="106839"/>
                  <a:pt x="51110" y="106921"/>
                </a:cubicBezTo>
                <a:close/>
                <a:moveTo>
                  <a:pt x="69094" y="2187"/>
                </a:moveTo>
                <a:cubicBezTo>
                  <a:pt x="31185" y="2187"/>
                  <a:pt x="2187" y="30966"/>
                  <a:pt x="2187" y="68875"/>
                </a:cubicBezTo>
                <a:cubicBezTo>
                  <a:pt x="2187" y="99186"/>
                  <a:pt x="21264" y="125123"/>
                  <a:pt x="48513" y="134252"/>
                </a:cubicBezTo>
                <a:cubicBezTo>
                  <a:pt x="52012" y="134881"/>
                  <a:pt x="53242" y="132721"/>
                  <a:pt x="53242" y="130945"/>
                </a:cubicBezTo>
                <a:cubicBezTo>
                  <a:pt x="53242" y="129250"/>
                  <a:pt x="53160" y="119903"/>
                  <a:pt x="53160" y="114163"/>
                </a:cubicBezTo>
                <a:cubicBezTo>
                  <a:pt x="53160" y="114163"/>
                  <a:pt x="34028" y="118263"/>
                  <a:pt x="30010" y="106019"/>
                </a:cubicBezTo>
                <a:cubicBezTo>
                  <a:pt x="30010" y="106019"/>
                  <a:pt x="26894" y="98065"/>
                  <a:pt x="22412" y="96015"/>
                </a:cubicBezTo>
                <a:cubicBezTo>
                  <a:pt x="22412" y="96015"/>
                  <a:pt x="16153" y="91724"/>
                  <a:pt x="22849" y="91806"/>
                </a:cubicBezTo>
                <a:cubicBezTo>
                  <a:pt x="22849" y="91806"/>
                  <a:pt x="29655" y="92353"/>
                  <a:pt x="33399" y="98858"/>
                </a:cubicBezTo>
                <a:cubicBezTo>
                  <a:pt x="39385" y="109408"/>
                  <a:pt x="49415" y="106374"/>
                  <a:pt x="53324" y="104570"/>
                </a:cubicBezTo>
                <a:cubicBezTo>
                  <a:pt x="53952" y="100197"/>
                  <a:pt x="55729" y="97163"/>
                  <a:pt x="57697" y="95359"/>
                </a:cubicBezTo>
                <a:cubicBezTo>
                  <a:pt x="42418" y="93665"/>
                  <a:pt x="27003" y="91451"/>
                  <a:pt x="27003" y="65158"/>
                </a:cubicBezTo>
                <a:cubicBezTo>
                  <a:pt x="27003" y="57642"/>
                  <a:pt x="29081" y="53870"/>
                  <a:pt x="33454" y="49060"/>
                </a:cubicBezTo>
                <a:cubicBezTo>
                  <a:pt x="32743" y="47283"/>
                  <a:pt x="30420" y="39959"/>
                  <a:pt x="34164" y="30502"/>
                </a:cubicBezTo>
                <a:cubicBezTo>
                  <a:pt x="39877" y="28725"/>
                  <a:pt x="53023" y="37881"/>
                  <a:pt x="53023" y="37881"/>
                </a:cubicBezTo>
                <a:cubicBezTo>
                  <a:pt x="58489" y="36351"/>
                  <a:pt x="64365" y="35558"/>
                  <a:pt x="70187" y="35558"/>
                </a:cubicBezTo>
                <a:cubicBezTo>
                  <a:pt x="76009" y="35558"/>
                  <a:pt x="81885" y="36351"/>
                  <a:pt x="87351" y="37881"/>
                </a:cubicBezTo>
                <a:cubicBezTo>
                  <a:pt x="87351" y="37881"/>
                  <a:pt x="100498" y="28698"/>
                  <a:pt x="106210" y="30502"/>
                </a:cubicBezTo>
                <a:cubicBezTo>
                  <a:pt x="109954" y="39986"/>
                  <a:pt x="107631" y="47283"/>
                  <a:pt x="106921" y="49060"/>
                </a:cubicBezTo>
                <a:cubicBezTo>
                  <a:pt x="111294" y="53898"/>
                  <a:pt x="113972" y="57669"/>
                  <a:pt x="113972" y="65158"/>
                </a:cubicBezTo>
                <a:cubicBezTo>
                  <a:pt x="113972" y="91533"/>
                  <a:pt x="97874" y="93637"/>
                  <a:pt x="82596" y="95359"/>
                </a:cubicBezTo>
                <a:cubicBezTo>
                  <a:pt x="85110" y="97519"/>
                  <a:pt x="87242" y="101618"/>
                  <a:pt x="87242" y="108041"/>
                </a:cubicBezTo>
                <a:cubicBezTo>
                  <a:pt x="87242" y="117252"/>
                  <a:pt x="87160" y="128649"/>
                  <a:pt x="87160" y="130890"/>
                </a:cubicBezTo>
                <a:cubicBezTo>
                  <a:pt x="87160" y="132667"/>
                  <a:pt x="88417" y="134826"/>
                  <a:pt x="91888" y="134197"/>
                </a:cubicBezTo>
                <a:cubicBezTo>
                  <a:pt x="119220" y="125123"/>
                  <a:pt x="137750" y="99186"/>
                  <a:pt x="137750" y="68875"/>
                </a:cubicBezTo>
                <a:cubicBezTo>
                  <a:pt x="137750" y="30966"/>
                  <a:pt x="107003" y="2187"/>
                  <a:pt x="69094" y="2187"/>
                </a:cubicBezTo>
                <a:close/>
                <a:moveTo>
                  <a:pt x="28753" y="96453"/>
                </a:moveTo>
                <a:cubicBezTo>
                  <a:pt x="28397" y="96726"/>
                  <a:pt x="28479" y="97355"/>
                  <a:pt x="28944" y="97874"/>
                </a:cubicBezTo>
                <a:cubicBezTo>
                  <a:pt x="29381" y="98311"/>
                  <a:pt x="30010" y="98502"/>
                  <a:pt x="30365" y="98147"/>
                </a:cubicBezTo>
                <a:cubicBezTo>
                  <a:pt x="30721" y="97874"/>
                  <a:pt x="30639" y="97245"/>
                  <a:pt x="30174" y="96726"/>
                </a:cubicBezTo>
                <a:cubicBezTo>
                  <a:pt x="29737" y="96289"/>
                  <a:pt x="29108" y="96097"/>
                  <a:pt x="28753" y="96453"/>
                </a:cubicBezTo>
                <a:close/>
                <a:moveTo>
                  <a:pt x="25801" y="94239"/>
                </a:moveTo>
                <a:cubicBezTo>
                  <a:pt x="25610" y="94594"/>
                  <a:pt x="25883" y="95031"/>
                  <a:pt x="26429" y="95305"/>
                </a:cubicBezTo>
                <a:cubicBezTo>
                  <a:pt x="26867" y="95578"/>
                  <a:pt x="27413" y="95496"/>
                  <a:pt x="27605" y="95113"/>
                </a:cubicBezTo>
                <a:cubicBezTo>
                  <a:pt x="27796" y="94758"/>
                  <a:pt x="27523" y="94321"/>
                  <a:pt x="26976" y="94047"/>
                </a:cubicBezTo>
                <a:cubicBezTo>
                  <a:pt x="26429" y="93883"/>
                  <a:pt x="25992" y="93965"/>
                  <a:pt x="25801" y="94239"/>
                </a:cubicBezTo>
                <a:close/>
                <a:moveTo>
                  <a:pt x="34656" y="103969"/>
                </a:moveTo>
                <a:cubicBezTo>
                  <a:pt x="34219" y="104324"/>
                  <a:pt x="34383" y="105144"/>
                  <a:pt x="35012" y="105663"/>
                </a:cubicBezTo>
                <a:cubicBezTo>
                  <a:pt x="35640" y="106292"/>
                  <a:pt x="36433" y="106374"/>
                  <a:pt x="36788" y="105937"/>
                </a:cubicBezTo>
                <a:cubicBezTo>
                  <a:pt x="37143" y="105581"/>
                  <a:pt x="36979" y="104761"/>
                  <a:pt x="36433" y="104242"/>
                </a:cubicBezTo>
                <a:cubicBezTo>
                  <a:pt x="35831" y="103613"/>
                  <a:pt x="35012" y="103531"/>
                  <a:pt x="34656" y="103969"/>
                </a:cubicBezTo>
                <a:close/>
                <a:moveTo>
                  <a:pt x="31540" y="99951"/>
                </a:moveTo>
                <a:cubicBezTo>
                  <a:pt x="31103" y="100224"/>
                  <a:pt x="31103" y="100935"/>
                  <a:pt x="31540" y="101564"/>
                </a:cubicBezTo>
                <a:cubicBezTo>
                  <a:pt x="31978" y="102192"/>
                  <a:pt x="32716" y="102465"/>
                  <a:pt x="33071" y="102192"/>
                </a:cubicBezTo>
                <a:cubicBezTo>
                  <a:pt x="33508" y="101837"/>
                  <a:pt x="33508" y="101126"/>
                  <a:pt x="33071" y="100498"/>
                </a:cubicBezTo>
                <a:cubicBezTo>
                  <a:pt x="32688" y="99869"/>
                  <a:pt x="31978" y="99596"/>
                  <a:pt x="31540" y="99951"/>
                </a:cubicBezTo>
                <a:close/>
              </a:path>
            </a:pathLst>
          </a:custGeom>
          <a:solidFill>
            <a:srgbClr val="E0B45C"/>
          </a:solidFill>
          <a:ln/>
        </p:spPr>
      </p:sp>
      <p:sp>
        <p:nvSpPr>
          <p:cNvPr id="55" name="Text 52"/>
          <p:cNvSpPr/>
          <p:nvPr/>
        </p:nvSpPr>
        <p:spPr>
          <a:xfrm>
            <a:off x="9395231" y="6075995"/>
            <a:ext cx="169673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2" dirty="0">
                <a:solidFill>
                  <a:srgbClr val="7D8A9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github.com/vedu-platform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1262</Words>
  <Application>Microsoft Office PowerPoint</Application>
  <PresentationFormat>Custom</PresentationFormat>
  <Paragraphs>333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Calibri</vt:lpstr>
      <vt:lpstr>Aptos</vt:lpstr>
      <vt:lpstr>Liter</vt:lpstr>
      <vt:lpstr>Quattrocento Sans</vt:lpstr>
      <vt:lpstr>Calibri Light</vt:lpstr>
      <vt:lpstr>Hedvig Letters Sans</vt:lpstr>
      <vt:lpstr>Arial</vt:lpstr>
      <vt:lpstr>Office 2013 - 2022 Theme</vt:lpstr>
      <vt:lpstr>1_Office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VEDU: A Modern WebRTC Virtual Classroom Solution</dc:title>
  <dc:subject>VEDU: A Modern WebRTC Virtual Classroom Solution</dc:subject>
  <dc:creator>Kimi</dc:creator>
  <cp:lastModifiedBy>Harshit Raj</cp:lastModifiedBy>
  <cp:revision>5</cp:revision>
  <dcterms:created xsi:type="dcterms:W3CDTF">2026-02-12T12:59:37Z</dcterms:created>
  <dcterms:modified xsi:type="dcterms:W3CDTF">2026-02-13T16:47:04Z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{"Label":"VEDU: A Modern WebRTC Virtual Classroom Solution","ContentProducer":"001191110108MACG2KBH8F10000","ProduceID":"19c51eaa-de82-8cd8-8000-00003200065c","ReservedCode1":"","ContentPropagator":"001191110108MACG2KBH8F20000","PropagateID":"19c51eaa-de82-8cd8-8000-00003200065c","ReservedCode2":""}</vt:lpwstr>
  </property>
</Properties>
</file>